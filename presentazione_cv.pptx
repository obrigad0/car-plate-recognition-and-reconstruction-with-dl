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</p:sldMasterIdLst>
  <p:notesMasterIdLst>
    <p:notesMasterId r:id="rId22"/>
  </p:notesMasterIdLst>
  <p:sldIdLst>
    <p:sldId id="256" r:id="rId2"/>
    <p:sldId id="258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307" r:id="rId11"/>
    <p:sldId id="272" r:id="rId12"/>
    <p:sldId id="308" r:id="rId13"/>
    <p:sldId id="309" r:id="rId14"/>
    <p:sldId id="316" r:id="rId15"/>
    <p:sldId id="314" r:id="rId16"/>
    <p:sldId id="315" r:id="rId17"/>
    <p:sldId id="312" r:id="rId18"/>
    <p:sldId id="313" r:id="rId19"/>
    <p:sldId id="311" r:id="rId20"/>
    <p:sldId id="310" r:id="rId2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3"/>
    </p:embeddedFont>
    <p:embeddedFont>
      <p:font typeface="IBM Plex Mono" panose="020B0509050203000203" pitchFamily="49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Poppins" panose="00000500000000000000" pitchFamily="2" charset="0"/>
      <p:regular r:id="rId32"/>
      <p:bold r:id="rId33"/>
      <p:italic r:id="rId34"/>
      <p:boldItalic r:id="rId35"/>
    </p:embeddedFont>
    <p:embeddedFont>
      <p:font typeface="Source Code Pro" panose="020B0509030403020204" pitchFamily="49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EF7"/>
    <a:srgbClr val="0C0A9E"/>
    <a:srgbClr val="EEC144"/>
    <a:srgbClr val="8208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0F46F1-7307-4841-9D36-C1E3C260DABC}">
  <a:tblStyle styleId="{EE0F46F1-7307-4841-9D36-C1E3C260DA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Stile con tema 1 - Color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Stile chiaro 2 - Color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25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PDLPR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Foglio1!$A$2:$A$8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Foglio1!$B$2:$B$8</c:f>
              <c:numCache>
                <c:formatCode>General</c:formatCode>
                <c:ptCount val="7"/>
                <c:pt idx="0">
                  <c:v>0.995</c:v>
                </c:pt>
                <c:pt idx="1">
                  <c:v>0.999</c:v>
                </c:pt>
                <c:pt idx="2">
                  <c:v>0.997</c:v>
                </c:pt>
                <c:pt idx="3">
                  <c:v>0.998</c:v>
                </c:pt>
                <c:pt idx="4">
                  <c:v>0.999</c:v>
                </c:pt>
                <c:pt idx="5">
                  <c:v>0.998</c:v>
                </c:pt>
                <c:pt idx="6">
                  <c:v>0.998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D5-427A-BF66-A690141EFA44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RN18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Foglio1!$A$2:$A$8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cat>
          <c:val>
            <c:numRef>
              <c:f>Foglio1!$C$2:$C$8</c:f>
              <c:numCache>
                <c:formatCode>General</c:formatCode>
                <c:ptCount val="7"/>
                <c:pt idx="0">
                  <c:v>0.94499999999999995</c:v>
                </c:pt>
                <c:pt idx="1">
                  <c:v>0.95499999999999996</c:v>
                </c:pt>
                <c:pt idx="2">
                  <c:v>0.995</c:v>
                </c:pt>
                <c:pt idx="3">
                  <c:v>0.998</c:v>
                </c:pt>
                <c:pt idx="4">
                  <c:v>0.999</c:v>
                </c:pt>
                <c:pt idx="5">
                  <c:v>0.998</c:v>
                </c:pt>
                <c:pt idx="6">
                  <c:v>0.996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BD5-427A-BF66-A690141EFA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00343791"/>
        <c:axId val="1800341391"/>
      </c:barChart>
      <c:catAx>
        <c:axId val="180034379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00341391"/>
        <c:crosses val="autoZero"/>
        <c:auto val="1"/>
        <c:lblAlgn val="ctr"/>
        <c:lblOffset val="100"/>
        <c:noMultiLvlLbl val="0"/>
      </c:catAx>
      <c:valAx>
        <c:axId val="1800341391"/>
        <c:scaling>
          <c:orientation val="minMax"/>
          <c:max val="1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00343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PDLPR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Foglio1!$A$2:$A$11</c:f>
              <c:strCache>
                <c:ptCount val="10"/>
                <c:pt idx="0">
                  <c:v>S -&gt; 5</c:v>
                </c:pt>
                <c:pt idx="1">
                  <c:v>G -&gt; D</c:v>
                </c:pt>
                <c:pt idx="2">
                  <c:v>H -&gt; M</c:v>
                </c:pt>
                <c:pt idx="3">
                  <c:v>Q -&gt; D</c:v>
                </c:pt>
                <c:pt idx="4">
                  <c:v>J -&gt; B</c:v>
                </c:pt>
                <c:pt idx="5">
                  <c:v>0 -&gt; D</c:v>
                </c:pt>
                <c:pt idx="6">
                  <c:v>D -&gt; 0</c:v>
                </c:pt>
                <c:pt idx="7">
                  <c:v>K -&gt; N</c:v>
                </c:pt>
                <c:pt idx="8">
                  <c:v>M -&gt; H</c:v>
                </c:pt>
                <c:pt idx="9">
                  <c:v>F -&gt; E</c:v>
                </c:pt>
              </c:strCache>
            </c:strRef>
          </c:cat>
          <c:val>
            <c:numRef>
              <c:f>Foglio1!$B$2:$B$11</c:f>
              <c:numCache>
                <c:formatCode>General</c:formatCode>
                <c:ptCount val="10"/>
                <c:pt idx="0">
                  <c:v>30</c:v>
                </c:pt>
                <c:pt idx="1">
                  <c:v>30</c:v>
                </c:pt>
                <c:pt idx="2">
                  <c:v>32</c:v>
                </c:pt>
                <c:pt idx="3">
                  <c:v>32</c:v>
                </c:pt>
                <c:pt idx="4">
                  <c:v>41</c:v>
                </c:pt>
                <c:pt idx="5">
                  <c:v>42</c:v>
                </c:pt>
                <c:pt idx="6">
                  <c:v>44</c:v>
                </c:pt>
                <c:pt idx="7">
                  <c:v>45</c:v>
                </c:pt>
                <c:pt idx="8">
                  <c:v>52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5-4B4F-AF42-8EF4EAF8D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2375791"/>
        <c:axId val="1332378671"/>
      </c:barChart>
      <c:catAx>
        <c:axId val="1332375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8671"/>
        <c:crosses val="autoZero"/>
        <c:auto val="1"/>
        <c:lblAlgn val="ctr"/>
        <c:lblOffset val="100"/>
        <c:noMultiLvlLbl val="0"/>
      </c:catAx>
      <c:valAx>
        <c:axId val="13323786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5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RN18</c:v>
                </c:pt>
              </c:strCache>
            </c:strRef>
          </c:tx>
          <c:spPr>
            <a:solidFill>
              <a:srgbClr val="BFBEF7"/>
            </a:solidFill>
            <a:ln>
              <a:noFill/>
            </a:ln>
            <a:effectLst/>
          </c:spPr>
          <c:invertIfNegative val="0"/>
          <c:cat>
            <c:strRef>
              <c:f>Foglio1!$A$2:$A$11</c:f>
              <c:strCache>
                <c:ptCount val="10"/>
                <c:pt idx="0">
                  <c:v>N -&gt; K</c:v>
                </c:pt>
                <c:pt idx="1">
                  <c:v>E -&gt; C</c:v>
                </c:pt>
                <c:pt idx="2">
                  <c:v>L -&gt; E</c:v>
                </c:pt>
                <c:pt idx="3">
                  <c:v>D -&gt; B</c:v>
                </c:pt>
                <c:pt idx="4">
                  <c:v>M -&gt; H</c:v>
                </c:pt>
                <c:pt idx="5">
                  <c:v>G -&gt; D</c:v>
                </c:pt>
                <c:pt idx="6">
                  <c:v>J -&gt; B</c:v>
                </c:pt>
                <c:pt idx="7">
                  <c:v>K -&gt; N</c:v>
                </c:pt>
                <c:pt idx="8">
                  <c:v>F -&gt; E</c:v>
                </c:pt>
                <c:pt idx="9">
                  <c:v>Q -&gt; D</c:v>
                </c:pt>
              </c:strCache>
            </c:strRef>
          </c:cat>
          <c:val>
            <c:numRef>
              <c:f>Foglio1!$B$2:$B$11</c:f>
              <c:numCache>
                <c:formatCode>General</c:formatCode>
                <c:ptCount val="10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16</c:v>
                </c:pt>
                <c:pt idx="5">
                  <c:v>19</c:v>
                </c:pt>
                <c:pt idx="6">
                  <c:v>19</c:v>
                </c:pt>
                <c:pt idx="7">
                  <c:v>25</c:v>
                </c:pt>
                <c:pt idx="8">
                  <c:v>26</c:v>
                </c:pt>
                <c:pt idx="9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A5-4B4F-AF42-8EF4EAF8D7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2375791"/>
        <c:axId val="1332378671"/>
      </c:barChart>
      <c:catAx>
        <c:axId val="13323757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8671"/>
        <c:crosses val="autoZero"/>
        <c:auto val="1"/>
        <c:lblAlgn val="ctr"/>
        <c:lblOffset val="100"/>
        <c:noMultiLvlLbl val="0"/>
      </c:catAx>
      <c:valAx>
        <c:axId val="13323786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3323757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g24ed99bf1a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8" name="Google Shape;1528;g24ed99bf1a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4ed99bf1a4_0_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4ed99bf1a4_0_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g24e6b4d5c3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g24e6b4d5c31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g24ed99bf1a4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0" name="Google Shape;1730;g24ed99bf1a4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" name="Google Shape;1742;g24ed99bf1a4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3" name="Google Shape;1743;g24ed99bf1a4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24ed99bf1a4_0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24ed99bf1a4_0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4ed99bf1a4_0_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4ed99bf1a4_0_9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7">
          <a:extLst>
            <a:ext uri="{FF2B5EF4-FFF2-40B4-BE49-F238E27FC236}">
              <a16:creationId xmlns:a16="http://schemas.microsoft.com/office/drawing/2014/main" id="{8547CE93-CABE-106F-93DF-815D7840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4ed99bf1a4_0_974:notes">
            <a:extLst>
              <a:ext uri="{FF2B5EF4-FFF2-40B4-BE49-F238E27FC236}">
                <a16:creationId xmlns:a16="http://schemas.microsoft.com/office/drawing/2014/main" id="{2C9FC0D4-022A-BC42-7ED0-C63CD00584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4ed99bf1a4_0_974:notes">
            <a:extLst>
              <a:ext uri="{FF2B5EF4-FFF2-40B4-BE49-F238E27FC236}">
                <a16:creationId xmlns:a16="http://schemas.microsoft.com/office/drawing/2014/main" id="{904E62B3-D8EF-C684-8D2F-77326303D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2917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>
          <a:extLst>
            <a:ext uri="{FF2B5EF4-FFF2-40B4-BE49-F238E27FC236}">
              <a16:creationId xmlns:a16="http://schemas.microsoft.com/office/drawing/2014/main" id="{6E117D8F-0FA1-FA09-BE7B-E64DA9DF8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>
            <a:extLst>
              <a:ext uri="{FF2B5EF4-FFF2-40B4-BE49-F238E27FC236}">
                <a16:creationId xmlns:a16="http://schemas.microsoft.com/office/drawing/2014/main" id="{D496756B-79DE-AD4C-095A-88D891599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>
            <a:extLst>
              <a:ext uri="{FF2B5EF4-FFF2-40B4-BE49-F238E27FC236}">
                <a16:creationId xmlns:a16="http://schemas.microsoft.com/office/drawing/2014/main" id="{ED0018A1-30F7-3141-6AC4-8F8F4BE08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47521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9">
          <a:extLst>
            <a:ext uri="{FF2B5EF4-FFF2-40B4-BE49-F238E27FC236}">
              <a16:creationId xmlns:a16="http://schemas.microsoft.com/office/drawing/2014/main" id="{630E7857-1347-4FCE-D359-1993DC43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g24f622bbca3_0_1:notes">
            <a:extLst>
              <a:ext uri="{FF2B5EF4-FFF2-40B4-BE49-F238E27FC236}">
                <a16:creationId xmlns:a16="http://schemas.microsoft.com/office/drawing/2014/main" id="{DC816DF6-C2D7-26F4-B74F-D1820443E0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1" name="Google Shape;2071;g24f622bbca3_0_1:notes">
            <a:extLst>
              <a:ext uri="{FF2B5EF4-FFF2-40B4-BE49-F238E27FC236}">
                <a16:creationId xmlns:a16="http://schemas.microsoft.com/office/drawing/2014/main" id="{9420E07C-8EC6-149B-FB88-31F26F347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4889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9664CCDE-1939-8F6F-27CE-EC74C75A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AA35AD9E-01DB-E0C5-0A83-D692C0369B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11C250BE-EEB7-B7E7-D78F-19FE67230C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889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DD53CA5B-4129-3C4F-9CFB-766C9324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AD5D33EE-4D14-E926-CA5C-C0CA79C94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5E537175-6488-D249-B019-95E7327C3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0469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436CBA26-384D-41E3-326B-4745019CE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565A62B1-276A-3358-785C-793AA0D82D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09E904FA-34B0-0C54-7565-10888D5B90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733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EA51330B-C7D3-3844-26D8-0D7F89B8C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925C320D-8152-0065-F0CF-F2797C70B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EA5AE5CB-41E8-F8EF-EB66-ADB6BDE72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63834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2">
          <a:extLst>
            <a:ext uri="{FF2B5EF4-FFF2-40B4-BE49-F238E27FC236}">
              <a16:creationId xmlns:a16="http://schemas.microsoft.com/office/drawing/2014/main" id="{98BFA97B-7A05-CE21-7B47-00DBFFDB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4e5c2c9e45_0_138:notes">
            <a:extLst>
              <a:ext uri="{FF2B5EF4-FFF2-40B4-BE49-F238E27FC236}">
                <a16:creationId xmlns:a16="http://schemas.microsoft.com/office/drawing/2014/main" id="{E5E4F4B0-A1D3-73E0-7E29-9DF587CC3B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4e5c2c9e45_0_138:notes">
            <a:extLst>
              <a:ext uri="{FF2B5EF4-FFF2-40B4-BE49-F238E27FC236}">
                <a16:creationId xmlns:a16="http://schemas.microsoft.com/office/drawing/2014/main" id="{717534D7-50F6-9E1E-5BC7-1495B0918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20411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>
          <a:extLst>
            <a:ext uri="{FF2B5EF4-FFF2-40B4-BE49-F238E27FC236}">
              <a16:creationId xmlns:a16="http://schemas.microsoft.com/office/drawing/2014/main" id="{123198B1-4840-C3CC-2679-D26AD408C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d1bf8d60a4_0_0:notes">
            <a:extLst>
              <a:ext uri="{FF2B5EF4-FFF2-40B4-BE49-F238E27FC236}">
                <a16:creationId xmlns:a16="http://schemas.microsoft.com/office/drawing/2014/main" id="{4DA36F88-4D21-A3D8-73D0-EA3615BC7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d1bf8d60a4_0_0:notes">
            <a:extLst>
              <a:ext uri="{FF2B5EF4-FFF2-40B4-BE49-F238E27FC236}">
                <a16:creationId xmlns:a16="http://schemas.microsoft.com/office/drawing/2014/main" id="{B793A9C6-AA7D-6FCA-1DE6-568922F21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3673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255180" y="-2900775"/>
            <a:ext cx="10039930" cy="6871129"/>
            <a:chOff x="-3102780" y="-2727750"/>
            <a:chExt cx="10039930" cy="6871129"/>
          </a:xfrm>
        </p:grpSpPr>
        <p:grpSp>
          <p:nvGrpSpPr>
            <p:cNvPr id="10" name="Google Shape;10;p2"/>
            <p:cNvGrpSpPr/>
            <p:nvPr/>
          </p:nvGrpSpPr>
          <p:grpSpPr>
            <a:xfrm rot="-7778255">
              <a:off x="-2414440" y="-1445047"/>
              <a:ext cx="5355679" cy="4305724"/>
              <a:chOff x="7103825" y="-713112"/>
              <a:chExt cx="3785226" cy="3043150"/>
            </a:xfrm>
          </p:grpSpPr>
          <p:sp>
            <p:nvSpPr>
              <p:cNvPr id="11" name="Google Shape;11;p2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2" name="Google Shape;12;p2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2"/>
            <p:cNvSpPr/>
            <p:nvPr/>
          </p:nvSpPr>
          <p:spPr>
            <a:xfrm>
              <a:off x="-289323" y="-166742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201475" y="-361175"/>
              <a:ext cx="7138625" cy="819350"/>
            </a:xfrm>
            <a:custGeom>
              <a:avLst/>
              <a:gdLst/>
              <a:ahLst/>
              <a:cxnLst/>
              <a:rect l="l" t="t" r="r" b="b"/>
              <a:pathLst>
                <a:path w="285545" h="32774" extrusionOk="0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6" name="Google Shape;16;p2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avLst/>
              <a:gdLst/>
              <a:ahLst/>
              <a:cxnLst/>
              <a:rect l="l" t="t" r="r" b="b"/>
              <a:pathLst>
                <a:path w="16760" h="43180" extrusionOk="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" name="Google Shape;18;p2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21;p2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" name="Google Shape;27;p2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30;p2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" name="Google Shape;33;p2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2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2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2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5" name="Google Shape;45;p2"/>
            <p:cNvSpPr/>
            <p:nvPr/>
          </p:nvSpPr>
          <p:spPr>
            <a:xfrm>
              <a:off x="8430775" y="2842975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" name="Google Shape;46;p2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2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" name="Google Shape;50;p2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2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309885" y="3617406"/>
            <a:ext cx="1448824" cy="2238804"/>
            <a:chOff x="-309885" y="3617406"/>
            <a:chExt cx="1448824" cy="2238804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-277007" y="3870159"/>
              <a:ext cx="981772" cy="1986051"/>
              <a:chOff x="-293545" y="3454371"/>
              <a:chExt cx="981772" cy="1986051"/>
            </a:xfrm>
          </p:grpSpPr>
          <p:sp>
            <p:nvSpPr>
              <p:cNvPr id="58" name="Google Shape;58;p2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363249" y="4906873"/>
              <a:ext cx="699940" cy="478601"/>
              <a:chOff x="39722" y="4349021"/>
              <a:chExt cx="1061964" cy="726143"/>
            </a:xfrm>
          </p:grpSpPr>
          <p:grpSp>
            <p:nvGrpSpPr>
              <p:cNvPr id="61" name="Google Shape;61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63" name="Google Shape;63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64" name="Google Shape;64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69" name="Google Shape;69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2"/>
            <p:cNvGrpSpPr/>
            <p:nvPr/>
          </p:nvGrpSpPr>
          <p:grpSpPr>
            <a:xfrm rot="-5400000">
              <a:off x="-461873" y="3769393"/>
              <a:ext cx="1351491" cy="1047516"/>
              <a:chOff x="-2460210" y="2758493"/>
              <a:chExt cx="1351491" cy="1047516"/>
            </a:xfrm>
          </p:grpSpPr>
          <p:sp>
            <p:nvSpPr>
              <p:cNvPr id="71" name="Google Shape;71;p2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2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2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avLst/>
                <a:gdLst/>
                <a:ahLst/>
                <a:cxnLst/>
                <a:rect l="l" t="t" r="r" b="b"/>
                <a:pathLst>
                  <a:path w="36171" h="35790" extrusionOk="0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2"/>
            <p:cNvGrpSpPr/>
            <p:nvPr/>
          </p:nvGrpSpPr>
          <p:grpSpPr>
            <a:xfrm>
              <a:off x="438999" y="4567398"/>
              <a:ext cx="699940" cy="478601"/>
              <a:chOff x="39722" y="4349021"/>
              <a:chExt cx="1061964" cy="726143"/>
            </a:xfrm>
          </p:grpSpPr>
          <p:grpSp>
            <p:nvGrpSpPr>
              <p:cNvPr id="76" name="Google Shape;7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78" name="Google Shape;7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79" name="Google Shape;7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84" name="Google Shape;8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" name="Google Shape;85;p2"/>
            <p:cNvGrpSpPr/>
            <p:nvPr/>
          </p:nvGrpSpPr>
          <p:grpSpPr>
            <a:xfrm>
              <a:off x="-65076" y="4623886"/>
              <a:ext cx="699940" cy="478601"/>
              <a:chOff x="39722" y="4349021"/>
              <a:chExt cx="1061964" cy="726143"/>
            </a:xfrm>
          </p:grpSpPr>
          <p:grpSp>
            <p:nvGrpSpPr>
              <p:cNvPr id="86" name="Google Shape;86;p2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2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902" h="35337" extrusionOk="0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88" name="Google Shape;88;p2"/>
                <p:cNvGrpSpPr/>
                <p:nvPr/>
              </p:nvGrpSpPr>
              <p:grpSpPr>
                <a:xfrm>
                  <a:off x="1232795" y="-1740829"/>
                  <a:ext cx="717621" cy="717392"/>
                  <a:chOff x="1483457" y="3953671"/>
                  <a:chExt cx="717621" cy="717392"/>
                </a:xfrm>
              </p:grpSpPr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2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3" name="Google Shape;93;p2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121" h="27121" extrusionOk="0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94" name="Google Shape;94;p2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avLst/>
                <a:gdLst/>
                <a:ahLst/>
                <a:cxnLst/>
                <a:rect l="l" t="t" r="r" b="b"/>
                <a:pathLst>
                  <a:path w="44612" h="35440" extrusionOk="0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1"/>
          </p:nvPr>
        </p:nvSpPr>
        <p:spPr>
          <a:xfrm>
            <a:off x="4999903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2"/>
          </p:nvPr>
        </p:nvSpPr>
        <p:spPr>
          <a:xfrm>
            <a:off x="1803800" y="2372500"/>
            <a:ext cx="2340300" cy="13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3"/>
          </p:nvPr>
        </p:nvSpPr>
        <p:spPr>
          <a:xfrm>
            <a:off x="4999908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4"/>
          </p:nvPr>
        </p:nvSpPr>
        <p:spPr>
          <a:xfrm>
            <a:off x="1803800" y="2048488"/>
            <a:ext cx="23403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80" name="Google Shape;180;p5"/>
          <p:cNvGrpSpPr/>
          <p:nvPr/>
        </p:nvGrpSpPr>
        <p:grpSpPr>
          <a:xfrm>
            <a:off x="7579113" y="-890399"/>
            <a:ext cx="2898275" cy="3032950"/>
            <a:chOff x="7198113" y="-890399"/>
            <a:chExt cx="2898275" cy="3032950"/>
          </a:xfrm>
        </p:grpSpPr>
        <p:pic>
          <p:nvPicPr>
            <p:cNvPr id="181" name="Google Shape;181;p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-5400000">
              <a:off x="7130775" y="-823062"/>
              <a:ext cx="3032950" cy="28982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2" name="Google Shape;182;p5"/>
            <p:cNvGrpSpPr/>
            <p:nvPr/>
          </p:nvGrpSpPr>
          <p:grpSpPr>
            <a:xfrm>
              <a:off x="8319318" y="-249682"/>
              <a:ext cx="1460040" cy="1171886"/>
              <a:chOff x="7945225" y="4302000"/>
              <a:chExt cx="904666" cy="726121"/>
            </a:xfrm>
          </p:grpSpPr>
          <p:sp>
            <p:nvSpPr>
              <p:cNvPr id="183" name="Google Shape;183;p5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6" name="Google Shape;186;p5"/>
          <p:cNvGrpSpPr/>
          <p:nvPr/>
        </p:nvGrpSpPr>
        <p:grpSpPr>
          <a:xfrm>
            <a:off x="-613920" y="3693606"/>
            <a:ext cx="2048057" cy="2238804"/>
            <a:chOff x="-461520" y="3617406"/>
            <a:chExt cx="2048057" cy="2238804"/>
          </a:xfrm>
        </p:grpSpPr>
        <p:grpSp>
          <p:nvGrpSpPr>
            <p:cNvPr id="187" name="Google Shape;187;p5"/>
            <p:cNvGrpSpPr/>
            <p:nvPr/>
          </p:nvGrpSpPr>
          <p:grpSpPr>
            <a:xfrm>
              <a:off x="-461520" y="3617406"/>
              <a:ext cx="1916534" cy="2238804"/>
              <a:chOff x="-461520" y="3617406"/>
              <a:chExt cx="1916534" cy="2238804"/>
            </a:xfrm>
          </p:grpSpPr>
          <p:grpSp>
            <p:nvGrpSpPr>
              <p:cNvPr id="188" name="Google Shape;188;p5"/>
              <p:cNvGrpSpPr/>
              <p:nvPr/>
            </p:nvGrpSpPr>
            <p:grpSpPr>
              <a:xfrm flipH="1">
                <a:off x="-461520" y="4010132"/>
                <a:ext cx="1916534" cy="1538287"/>
                <a:chOff x="7945225" y="4302000"/>
                <a:chExt cx="904666" cy="726121"/>
              </a:xfrm>
            </p:grpSpPr>
            <p:sp>
              <p:nvSpPr>
                <p:cNvPr id="189" name="Google Shape;189;p5"/>
                <p:cNvSpPr/>
                <p:nvPr/>
              </p:nvSpPr>
              <p:spPr>
                <a:xfrm>
                  <a:off x="8176775" y="4445200"/>
                  <a:ext cx="673116" cy="5829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5"/>
                <p:cNvSpPr/>
                <p:nvPr/>
              </p:nvSpPr>
              <p:spPr>
                <a:xfrm>
                  <a:off x="8164350" y="43020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1" name="Google Shape;191;p5"/>
                <p:cNvSpPr/>
                <p:nvPr/>
              </p:nvSpPr>
              <p:spPr>
                <a:xfrm>
                  <a:off x="7945225" y="4445200"/>
                  <a:ext cx="480925" cy="4164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85" h="44413" extrusionOk="0">
                      <a:moveTo>
                        <a:pt x="12814" y="0"/>
                      </a:moveTo>
                      <a:lnTo>
                        <a:pt x="0" y="22199"/>
                      </a:lnTo>
                      <a:lnTo>
                        <a:pt x="12814" y="44413"/>
                      </a:lnTo>
                      <a:lnTo>
                        <a:pt x="38471" y="44413"/>
                      </a:lnTo>
                      <a:lnTo>
                        <a:pt x="51285" y="22199"/>
                      </a:lnTo>
                      <a:lnTo>
                        <a:pt x="3847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22000">
                      <a:schemeClr val="lt1"/>
                    </a:gs>
                    <a:gs pos="45000">
                      <a:srgbClr val="FFFFFF">
                        <a:alpha val="0"/>
                      </a:srgbClr>
                    </a:gs>
                    <a:gs pos="100000">
                      <a:srgbClr val="0C0A9E">
                        <a:alpha val="50196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92" name="Google Shape;192;p5"/>
              <p:cNvGrpSpPr/>
              <p:nvPr/>
            </p:nvGrpSpPr>
            <p:grpSpPr>
              <a:xfrm>
                <a:off x="-309885" y="3617406"/>
                <a:ext cx="1448824" cy="2238804"/>
                <a:chOff x="-309885" y="3617406"/>
                <a:chExt cx="1448824" cy="2238804"/>
              </a:xfrm>
            </p:grpSpPr>
            <p:grpSp>
              <p:nvGrpSpPr>
                <p:cNvPr id="193" name="Google Shape;193;p5"/>
                <p:cNvGrpSpPr/>
                <p:nvPr/>
              </p:nvGrpSpPr>
              <p:grpSpPr>
                <a:xfrm>
                  <a:off x="-277007" y="3870159"/>
                  <a:ext cx="981772" cy="1986051"/>
                  <a:chOff x="-293545" y="3454371"/>
                  <a:chExt cx="981772" cy="1986051"/>
                </a:xfrm>
              </p:grpSpPr>
              <p:sp>
                <p:nvSpPr>
                  <p:cNvPr id="194" name="Google Shape;194;p5"/>
                  <p:cNvSpPr/>
                  <p:nvPr/>
                </p:nvSpPr>
                <p:spPr>
                  <a:xfrm rot="10800000">
                    <a:off x="-293545" y="345437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1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64"/>
                          <a:pt x="23632" y="11321"/>
                          <a:pt x="23632" y="11808"/>
                        </a:cubicBezTo>
                        <a:cubicBezTo>
                          <a:pt x="23632" y="12311"/>
                          <a:pt x="23434" y="12768"/>
                          <a:pt x="23098" y="13104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5"/>
                        </a:lnTo>
                        <a:cubicBezTo>
                          <a:pt x="16547" y="11489"/>
                          <a:pt x="16029" y="11260"/>
                          <a:pt x="15435" y="11260"/>
                        </a:cubicBezTo>
                        <a:cubicBezTo>
                          <a:pt x="14841" y="11260"/>
                          <a:pt x="14307" y="11489"/>
                          <a:pt x="13911" y="11885"/>
                        </a:cubicBezTo>
                        <a:lnTo>
                          <a:pt x="12525" y="13271"/>
                        </a:lnTo>
                        <a:cubicBezTo>
                          <a:pt x="12129" y="13698"/>
                          <a:pt x="11900" y="14231"/>
                          <a:pt x="11900" y="14795"/>
                        </a:cubicBezTo>
                        <a:cubicBezTo>
                          <a:pt x="11900" y="15374"/>
                          <a:pt x="12129" y="15922"/>
                          <a:pt x="12525" y="16318"/>
                        </a:cubicBezTo>
                        <a:cubicBezTo>
                          <a:pt x="12860" y="16669"/>
                          <a:pt x="13058" y="17126"/>
                          <a:pt x="13058" y="17629"/>
                        </a:cubicBezTo>
                        <a:cubicBezTo>
                          <a:pt x="13058" y="18116"/>
                          <a:pt x="12860" y="18573"/>
                          <a:pt x="12525" y="18924"/>
                        </a:cubicBezTo>
                        <a:lnTo>
                          <a:pt x="11489" y="19944"/>
                        </a:lnTo>
                        <a:cubicBezTo>
                          <a:pt x="11154" y="20295"/>
                          <a:pt x="10696" y="20478"/>
                          <a:pt x="10209" y="20478"/>
                        </a:cubicBezTo>
                        <a:lnTo>
                          <a:pt x="9569" y="20478"/>
                        </a:lnTo>
                        <a:cubicBezTo>
                          <a:pt x="8990" y="20478"/>
                          <a:pt x="8457" y="20706"/>
                          <a:pt x="8045" y="21102"/>
                        </a:cubicBezTo>
                        <a:lnTo>
                          <a:pt x="3353" y="25810"/>
                        </a:lnTo>
                        <a:cubicBezTo>
                          <a:pt x="2515" y="26648"/>
                          <a:pt x="2515" y="28004"/>
                          <a:pt x="3353" y="28842"/>
                        </a:cubicBezTo>
                        <a:lnTo>
                          <a:pt x="10529" y="36018"/>
                        </a:lnTo>
                        <a:cubicBezTo>
                          <a:pt x="10864" y="36369"/>
                          <a:pt x="11062" y="36826"/>
                          <a:pt x="11062" y="37313"/>
                        </a:cubicBezTo>
                        <a:cubicBezTo>
                          <a:pt x="11062" y="37801"/>
                          <a:pt x="10864" y="38273"/>
                          <a:pt x="10529" y="38608"/>
                        </a:cubicBezTo>
                        <a:lnTo>
                          <a:pt x="8198" y="40940"/>
                        </a:lnTo>
                        <a:cubicBezTo>
                          <a:pt x="7802" y="41351"/>
                          <a:pt x="7573" y="41884"/>
                          <a:pt x="7573" y="42463"/>
                        </a:cubicBezTo>
                        <a:lnTo>
                          <a:pt x="7573" y="47720"/>
                        </a:lnTo>
                        <a:cubicBezTo>
                          <a:pt x="7573" y="48207"/>
                          <a:pt x="7390" y="48664"/>
                          <a:pt x="7040" y="49015"/>
                        </a:cubicBezTo>
                        <a:lnTo>
                          <a:pt x="1" y="56054"/>
                        </a:lnTo>
                        <a:lnTo>
                          <a:pt x="199" y="56267"/>
                        </a:lnTo>
                        <a:lnTo>
                          <a:pt x="7268" y="49274"/>
                        </a:lnTo>
                        <a:cubicBezTo>
                          <a:pt x="7664" y="48862"/>
                          <a:pt x="7893" y="48329"/>
                          <a:pt x="7893" y="47750"/>
                        </a:cubicBezTo>
                        <a:lnTo>
                          <a:pt x="7893" y="42494"/>
                        </a:lnTo>
                        <a:cubicBezTo>
                          <a:pt x="7893" y="42006"/>
                          <a:pt x="8091" y="41549"/>
                          <a:pt x="8426" y="41199"/>
                        </a:cubicBezTo>
                        <a:lnTo>
                          <a:pt x="10757" y="38883"/>
                        </a:lnTo>
                        <a:cubicBezTo>
                          <a:pt x="11154" y="38456"/>
                          <a:pt x="11382" y="37923"/>
                          <a:pt x="11382" y="37359"/>
                        </a:cubicBezTo>
                        <a:cubicBezTo>
                          <a:pt x="11382" y="36765"/>
                          <a:pt x="11154" y="36232"/>
                          <a:pt x="10757" y="35835"/>
                        </a:cubicBezTo>
                        <a:lnTo>
                          <a:pt x="3581" y="28644"/>
                        </a:lnTo>
                        <a:cubicBezTo>
                          <a:pt x="2850" y="27943"/>
                          <a:pt x="2850" y="26785"/>
                          <a:pt x="3581" y="26054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67"/>
                        </a:lnTo>
                        <a:cubicBezTo>
                          <a:pt x="13149" y="18741"/>
                          <a:pt x="13378" y="18208"/>
                          <a:pt x="13378" y="17644"/>
                        </a:cubicBezTo>
                        <a:cubicBezTo>
                          <a:pt x="13378" y="17050"/>
                          <a:pt x="13149" y="16516"/>
                          <a:pt x="12753" y="16120"/>
                        </a:cubicBezTo>
                        <a:cubicBezTo>
                          <a:pt x="12418" y="15770"/>
                          <a:pt x="12220" y="15313"/>
                          <a:pt x="12220" y="14825"/>
                        </a:cubicBezTo>
                        <a:cubicBezTo>
                          <a:pt x="12220" y="14322"/>
                          <a:pt x="12418" y="13865"/>
                          <a:pt x="12753" y="13530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8" y="11595"/>
                          <a:pt x="16395" y="11793"/>
                          <a:pt x="16730" y="12128"/>
                        </a:cubicBezTo>
                        <a:lnTo>
                          <a:pt x="19107" y="14520"/>
                        </a:lnTo>
                        <a:cubicBezTo>
                          <a:pt x="19526" y="14939"/>
                          <a:pt x="20074" y="15149"/>
                          <a:pt x="20623" y="15149"/>
                        </a:cubicBezTo>
                        <a:cubicBezTo>
                          <a:pt x="21171" y="15149"/>
                          <a:pt x="21720" y="14939"/>
                          <a:pt x="22139" y="14520"/>
                        </a:cubicBezTo>
                        <a:lnTo>
                          <a:pt x="23297" y="13347"/>
                        </a:lnTo>
                        <a:cubicBezTo>
                          <a:pt x="23708" y="12936"/>
                          <a:pt x="23936" y="12403"/>
                          <a:pt x="23936" y="11824"/>
                        </a:cubicBezTo>
                        <a:cubicBezTo>
                          <a:pt x="23936" y="11260"/>
                          <a:pt x="23708" y="10711"/>
                          <a:pt x="23297" y="10300"/>
                        </a:cubicBezTo>
                        <a:lnTo>
                          <a:pt x="12997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5"/>
                  <p:cNvSpPr/>
                  <p:nvPr/>
                </p:nvSpPr>
                <p:spPr>
                  <a:xfrm rot="10800000">
                    <a:off x="-156450" y="3454901"/>
                    <a:ext cx="844677" cy="198552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3937" h="56267" extrusionOk="0">
                        <a:moveTo>
                          <a:pt x="12997" y="0"/>
                        </a:moveTo>
                        <a:lnTo>
                          <a:pt x="12784" y="214"/>
                        </a:lnTo>
                        <a:lnTo>
                          <a:pt x="23098" y="10513"/>
                        </a:lnTo>
                        <a:cubicBezTo>
                          <a:pt x="23434" y="10848"/>
                          <a:pt x="23632" y="11305"/>
                          <a:pt x="23632" y="11808"/>
                        </a:cubicBezTo>
                        <a:cubicBezTo>
                          <a:pt x="23632" y="12296"/>
                          <a:pt x="23434" y="12753"/>
                          <a:pt x="23098" y="13103"/>
                        </a:cubicBezTo>
                        <a:lnTo>
                          <a:pt x="21925" y="14261"/>
                        </a:lnTo>
                        <a:cubicBezTo>
                          <a:pt x="21575" y="14627"/>
                          <a:pt x="21110" y="14810"/>
                          <a:pt x="20642" y="14810"/>
                        </a:cubicBezTo>
                        <a:cubicBezTo>
                          <a:pt x="20173" y="14810"/>
                          <a:pt x="19701" y="14627"/>
                          <a:pt x="19335" y="14261"/>
                        </a:cubicBezTo>
                        <a:lnTo>
                          <a:pt x="16958" y="11884"/>
                        </a:lnTo>
                        <a:cubicBezTo>
                          <a:pt x="16547" y="11488"/>
                          <a:pt x="16029" y="11260"/>
                          <a:pt x="15435" y="11260"/>
                        </a:cubicBezTo>
                        <a:cubicBezTo>
                          <a:pt x="14840" y="11260"/>
                          <a:pt x="14307" y="11488"/>
                          <a:pt x="13911" y="11884"/>
                        </a:cubicBezTo>
                        <a:lnTo>
                          <a:pt x="12525" y="13271"/>
                        </a:lnTo>
                        <a:cubicBezTo>
                          <a:pt x="11687" y="14109"/>
                          <a:pt x="11687" y="15465"/>
                          <a:pt x="12525" y="16303"/>
                        </a:cubicBezTo>
                        <a:cubicBezTo>
                          <a:pt x="12860" y="16638"/>
                          <a:pt x="13058" y="17095"/>
                          <a:pt x="13058" y="17598"/>
                        </a:cubicBezTo>
                        <a:cubicBezTo>
                          <a:pt x="13058" y="18085"/>
                          <a:pt x="12860" y="18543"/>
                          <a:pt x="12525" y="18893"/>
                        </a:cubicBezTo>
                        <a:lnTo>
                          <a:pt x="11489" y="19914"/>
                        </a:lnTo>
                        <a:cubicBezTo>
                          <a:pt x="11153" y="20264"/>
                          <a:pt x="10696" y="20447"/>
                          <a:pt x="10193" y="20447"/>
                        </a:cubicBezTo>
                        <a:lnTo>
                          <a:pt x="9569" y="20447"/>
                        </a:lnTo>
                        <a:cubicBezTo>
                          <a:pt x="8975" y="20447"/>
                          <a:pt x="8441" y="20676"/>
                          <a:pt x="8045" y="21087"/>
                        </a:cubicBezTo>
                        <a:lnTo>
                          <a:pt x="3337" y="25780"/>
                        </a:lnTo>
                        <a:cubicBezTo>
                          <a:pt x="2941" y="26206"/>
                          <a:pt x="2713" y="26739"/>
                          <a:pt x="2713" y="27303"/>
                        </a:cubicBezTo>
                        <a:cubicBezTo>
                          <a:pt x="2713" y="27897"/>
                          <a:pt x="2941" y="28431"/>
                          <a:pt x="3337" y="28827"/>
                        </a:cubicBezTo>
                        <a:lnTo>
                          <a:pt x="10529" y="36018"/>
                        </a:lnTo>
                        <a:cubicBezTo>
                          <a:pt x="11245" y="36719"/>
                          <a:pt x="11245" y="37877"/>
                          <a:pt x="10529" y="38608"/>
                        </a:cubicBezTo>
                        <a:lnTo>
                          <a:pt x="8198" y="40924"/>
                        </a:lnTo>
                        <a:cubicBezTo>
                          <a:pt x="7801" y="41351"/>
                          <a:pt x="7573" y="41884"/>
                          <a:pt x="7573" y="42448"/>
                        </a:cubicBezTo>
                        <a:lnTo>
                          <a:pt x="7573" y="47704"/>
                        </a:lnTo>
                        <a:cubicBezTo>
                          <a:pt x="7573" y="48207"/>
                          <a:pt x="7375" y="48664"/>
                          <a:pt x="7040" y="48999"/>
                        </a:cubicBezTo>
                        <a:lnTo>
                          <a:pt x="1" y="56053"/>
                        </a:lnTo>
                        <a:lnTo>
                          <a:pt x="199" y="56267"/>
                        </a:lnTo>
                        <a:lnTo>
                          <a:pt x="7268" y="49212"/>
                        </a:lnTo>
                        <a:cubicBezTo>
                          <a:pt x="7664" y="48801"/>
                          <a:pt x="7893" y="48268"/>
                          <a:pt x="7893" y="47689"/>
                        </a:cubicBezTo>
                        <a:lnTo>
                          <a:pt x="7893" y="42432"/>
                        </a:lnTo>
                        <a:cubicBezTo>
                          <a:pt x="7893" y="41945"/>
                          <a:pt x="8091" y="41473"/>
                          <a:pt x="8426" y="41137"/>
                        </a:cubicBezTo>
                        <a:lnTo>
                          <a:pt x="10757" y="38806"/>
                        </a:lnTo>
                        <a:cubicBezTo>
                          <a:pt x="11595" y="37984"/>
                          <a:pt x="11595" y="36628"/>
                          <a:pt x="10757" y="35790"/>
                        </a:cubicBezTo>
                        <a:lnTo>
                          <a:pt x="3581" y="28598"/>
                        </a:lnTo>
                        <a:cubicBezTo>
                          <a:pt x="3231" y="28263"/>
                          <a:pt x="3048" y="27806"/>
                          <a:pt x="3048" y="27318"/>
                        </a:cubicBezTo>
                        <a:cubicBezTo>
                          <a:pt x="3048" y="26816"/>
                          <a:pt x="3231" y="26359"/>
                          <a:pt x="3581" y="26023"/>
                        </a:cubicBezTo>
                        <a:lnTo>
                          <a:pt x="8274" y="21346"/>
                        </a:lnTo>
                        <a:cubicBezTo>
                          <a:pt x="8624" y="21011"/>
                          <a:pt x="9081" y="20813"/>
                          <a:pt x="9569" y="20813"/>
                        </a:cubicBezTo>
                        <a:lnTo>
                          <a:pt x="10209" y="20813"/>
                        </a:lnTo>
                        <a:cubicBezTo>
                          <a:pt x="10788" y="20813"/>
                          <a:pt x="11321" y="20584"/>
                          <a:pt x="11732" y="20188"/>
                        </a:cubicBezTo>
                        <a:lnTo>
                          <a:pt x="12753" y="19152"/>
                        </a:lnTo>
                        <a:cubicBezTo>
                          <a:pt x="13149" y="18741"/>
                          <a:pt x="13378" y="18207"/>
                          <a:pt x="13378" y="17628"/>
                        </a:cubicBezTo>
                        <a:cubicBezTo>
                          <a:pt x="13378" y="17049"/>
                          <a:pt x="13149" y="16516"/>
                          <a:pt x="12753" y="16105"/>
                        </a:cubicBezTo>
                        <a:cubicBezTo>
                          <a:pt x="12037" y="15404"/>
                          <a:pt x="12037" y="14246"/>
                          <a:pt x="12753" y="13515"/>
                        </a:cubicBezTo>
                        <a:lnTo>
                          <a:pt x="14140" y="12128"/>
                        </a:lnTo>
                        <a:cubicBezTo>
                          <a:pt x="14490" y="11793"/>
                          <a:pt x="14947" y="11595"/>
                          <a:pt x="15435" y="11595"/>
                        </a:cubicBezTo>
                        <a:cubicBezTo>
                          <a:pt x="15937" y="11595"/>
                          <a:pt x="16395" y="11793"/>
                          <a:pt x="16730" y="12128"/>
                        </a:cubicBezTo>
                        <a:lnTo>
                          <a:pt x="19106" y="14505"/>
                        </a:lnTo>
                        <a:cubicBezTo>
                          <a:pt x="19525" y="14924"/>
                          <a:pt x="20074" y="15133"/>
                          <a:pt x="20622" y="15133"/>
                        </a:cubicBezTo>
                        <a:cubicBezTo>
                          <a:pt x="21171" y="15133"/>
                          <a:pt x="21719" y="14924"/>
                          <a:pt x="22138" y="14505"/>
                        </a:cubicBezTo>
                        <a:lnTo>
                          <a:pt x="23296" y="13347"/>
                        </a:lnTo>
                        <a:cubicBezTo>
                          <a:pt x="23708" y="12936"/>
                          <a:pt x="23936" y="12402"/>
                          <a:pt x="23936" y="11823"/>
                        </a:cubicBezTo>
                        <a:cubicBezTo>
                          <a:pt x="23936" y="11229"/>
                          <a:pt x="23708" y="10696"/>
                          <a:pt x="23296" y="10300"/>
                        </a:cubicBezTo>
                        <a:lnTo>
                          <a:pt x="12997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dk2"/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96" name="Google Shape;196;p5"/>
                <p:cNvGrpSpPr/>
                <p:nvPr/>
              </p:nvGrpSpPr>
              <p:grpSpPr>
                <a:xfrm>
                  <a:off x="363249" y="4906873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197" name="Google Shape;197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198" name="Google Shape;198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199" name="Google Shape;199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00" name="Google Shape;200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1" name="Google Shape;201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2" name="Google Shape;202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3" name="Google Shape;203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04" name="Google Shape;204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05" name="Google Shape;205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06" name="Google Shape;206;p5"/>
                <p:cNvGrpSpPr/>
                <p:nvPr/>
              </p:nvGrpSpPr>
              <p:grpSpPr>
                <a:xfrm rot="-5400000">
                  <a:off x="-461873" y="3769393"/>
                  <a:ext cx="1351491" cy="1047516"/>
                  <a:chOff x="-2460210" y="2758493"/>
                  <a:chExt cx="1351491" cy="1047516"/>
                </a:xfrm>
              </p:grpSpPr>
              <p:sp>
                <p:nvSpPr>
                  <p:cNvPr id="207" name="Google Shape;207;p5"/>
                  <p:cNvSpPr/>
                  <p:nvPr/>
                </p:nvSpPr>
                <p:spPr>
                  <a:xfrm rot="-2700000">
                    <a:off x="-2341816" y="31085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5"/>
                  <p:cNvSpPr/>
                  <p:nvPr/>
                </p:nvSpPr>
                <p:spPr>
                  <a:xfrm rot="-2700000">
                    <a:off x="-2157466" y="30323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5"/>
                  <p:cNvSpPr/>
                  <p:nvPr/>
                </p:nvSpPr>
                <p:spPr>
                  <a:xfrm rot="-2700000">
                    <a:off x="-1993591" y="29561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5"/>
                  <p:cNvSpPr/>
                  <p:nvPr/>
                </p:nvSpPr>
                <p:spPr>
                  <a:xfrm rot="-2700000">
                    <a:off x="-1809241" y="2879954"/>
                    <a:ext cx="582127" cy="575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171" h="35790" extrusionOk="0">
                        <a:moveTo>
                          <a:pt x="34030" y="1"/>
                        </a:moveTo>
                        <a:cubicBezTo>
                          <a:pt x="33531" y="1"/>
                          <a:pt x="33032" y="191"/>
                          <a:pt x="32651" y="572"/>
                        </a:cubicBezTo>
                        <a:cubicBezTo>
                          <a:pt x="31890" y="1334"/>
                          <a:pt x="31890" y="2568"/>
                          <a:pt x="32651" y="3330"/>
                        </a:cubicBezTo>
                        <a:cubicBezTo>
                          <a:pt x="33032" y="3711"/>
                          <a:pt x="33531" y="3901"/>
                          <a:pt x="34030" y="3901"/>
                        </a:cubicBezTo>
                        <a:cubicBezTo>
                          <a:pt x="34529" y="3901"/>
                          <a:pt x="35028" y="3711"/>
                          <a:pt x="35409" y="3330"/>
                        </a:cubicBezTo>
                        <a:cubicBezTo>
                          <a:pt x="36171" y="2568"/>
                          <a:pt x="36171" y="1334"/>
                          <a:pt x="35409" y="572"/>
                        </a:cubicBezTo>
                        <a:cubicBezTo>
                          <a:pt x="35028" y="191"/>
                          <a:pt x="34529" y="1"/>
                          <a:pt x="34030" y="1"/>
                        </a:cubicBezTo>
                        <a:close/>
                        <a:moveTo>
                          <a:pt x="27662" y="6385"/>
                        </a:moveTo>
                        <a:cubicBezTo>
                          <a:pt x="27163" y="6385"/>
                          <a:pt x="26664" y="6575"/>
                          <a:pt x="26283" y="6956"/>
                        </a:cubicBezTo>
                        <a:cubicBezTo>
                          <a:pt x="25521" y="7718"/>
                          <a:pt x="25521" y="8952"/>
                          <a:pt x="26283" y="9714"/>
                        </a:cubicBezTo>
                        <a:cubicBezTo>
                          <a:pt x="26664" y="10095"/>
                          <a:pt x="27163" y="10285"/>
                          <a:pt x="27662" y="10285"/>
                        </a:cubicBezTo>
                        <a:cubicBezTo>
                          <a:pt x="28161" y="10285"/>
                          <a:pt x="28660" y="10095"/>
                          <a:pt x="29040" y="9714"/>
                        </a:cubicBezTo>
                        <a:cubicBezTo>
                          <a:pt x="29802" y="8952"/>
                          <a:pt x="29802" y="7718"/>
                          <a:pt x="29040" y="6956"/>
                        </a:cubicBezTo>
                        <a:cubicBezTo>
                          <a:pt x="28660" y="6575"/>
                          <a:pt x="28161" y="6385"/>
                          <a:pt x="27662" y="6385"/>
                        </a:cubicBezTo>
                        <a:close/>
                        <a:moveTo>
                          <a:pt x="21285" y="12753"/>
                        </a:moveTo>
                        <a:cubicBezTo>
                          <a:pt x="20783" y="12753"/>
                          <a:pt x="20280" y="12944"/>
                          <a:pt x="19899" y="13325"/>
                        </a:cubicBezTo>
                        <a:cubicBezTo>
                          <a:pt x="19137" y="14086"/>
                          <a:pt x="19137" y="15336"/>
                          <a:pt x="19899" y="16097"/>
                        </a:cubicBezTo>
                        <a:cubicBezTo>
                          <a:pt x="20280" y="16478"/>
                          <a:pt x="20783" y="16669"/>
                          <a:pt x="21285" y="16669"/>
                        </a:cubicBezTo>
                        <a:cubicBezTo>
                          <a:pt x="21788" y="16669"/>
                          <a:pt x="22291" y="16478"/>
                          <a:pt x="22672" y="16097"/>
                        </a:cubicBezTo>
                        <a:cubicBezTo>
                          <a:pt x="23434" y="15336"/>
                          <a:pt x="23434" y="14086"/>
                          <a:pt x="22672" y="13325"/>
                        </a:cubicBezTo>
                        <a:cubicBezTo>
                          <a:pt x="22291" y="12944"/>
                          <a:pt x="21788" y="12753"/>
                          <a:pt x="21285" y="12753"/>
                        </a:cubicBezTo>
                        <a:close/>
                        <a:moveTo>
                          <a:pt x="14917" y="19128"/>
                        </a:moveTo>
                        <a:cubicBezTo>
                          <a:pt x="14415" y="19128"/>
                          <a:pt x="13913" y="19318"/>
                          <a:pt x="13530" y="19693"/>
                        </a:cubicBezTo>
                        <a:cubicBezTo>
                          <a:pt x="12768" y="20455"/>
                          <a:pt x="12768" y="21689"/>
                          <a:pt x="13530" y="22451"/>
                        </a:cubicBezTo>
                        <a:cubicBezTo>
                          <a:pt x="13911" y="22832"/>
                          <a:pt x="14410" y="23022"/>
                          <a:pt x="14909" y="23022"/>
                        </a:cubicBezTo>
                        <a:cubicBezTo>
                          <a:pt x="15408" y="23022"/>
                          <a:pt x="15907" y="22832"/>
                          <a:pt x="16288" y="22451"/>
                        </a:cubicBezTo>
                        <a:cubicBezTo>
                          <a:pt x="17050" y="21689"/>
                          <a:pt x="17050" y="20455"/>
                          <a:pt x="16288" y="19693"/>
                        </a:cubicBezTo>
                        <a:cubicBezTo>
                          <a:pt x="15909" y="19314"/>
                          <a:pt x="15413" y="19128"/>
                          <a:pt x="14917" y="19128"/>
                        </a:cubicBezTo>
                        <a:close/>
                        <a:moveTo>
                          <a:pt x="8525" y="25506"/>
                        </a:moveTo>
                        <a:cubicBezTo>
                          <a:pt x="8026" y="25506"/>
                          <a:pt x="7527" y="25696"/>
                          <a:pt x="7146" y="26077"/>
                        </a:cubicBezTo>
                        <a:cubicBezTo>
                          <a:pt x="6385" y="26839"/>
                          <a:pt x="6385" y="28073"/>
                          <a:pt x="7146" y="28835"/>
                        </a:cubicBezTo>
                        <a:cubicBezTo>
                          <a:pt x="7527" y="29216"/>
                          <a:pt x="8026" y="29406"/>
                          <a:pt x="8525" y="29406"/>
                        </a:cubicBezTo>
                        <a:cubicBezTo>
                          <a:pt x="9024" y="29406"/>
                          <a:pt x="9523" y="29216"/>
                          <a:pt x="9904" y="28835"/>
                        </a:cubicBezTo>
                        <a:cubicBezTo>
                          <a:pt x="10666" y="28073"/>
                          <a:pt x="10666" y="26839"/>
                          <a:pt x="9904" y="26077"/>
                        </a:cubicBezTo>
                        <a:cubicBezTo>
                          <a:pt x="9523" y="25696"/>
                          <a:pt x="9024" y="25506"/>
                          <a:pt x="8525" y="25506"/>
                        </a:cubicBezTo>
                        <a:close/>
                        <a:moveTo>
                          <a:pt x="2141" y="31874"/>
                        </a:moveTo>
                        <a:cubicBezTo>
                          <a:pt x="1642" y="31874"/>
                          <a:pt x="1143" y="32065"/>
                          <a:pt x="763" y="32446"/>
                        </a:cubicBezTo>
                        <a:cubicBezTo>
                          <a:pt x="1" y="33207"/>
                          <a:pt x="1" y="34457"/>
                          <a:pt x="763" y="35219"/>
                        </a:cubicBezTo>
                        <a:cubicBezTo>
                          <a:pt x="1143" y="35599"/>
                          <a:pt x="1642" y="35790"/>
                          <a:pt x="2141" y="35790"/>
                        </a:cubicBezTo>
                        <a:cubicBezTo>
                          <a:pt x="2640" y="35790"/>
                          <a:pt x="3139" y="35599"/>
                          <a:pt x="3520" y="35219"/>
                        </a:cubicBezTo>
                        <a:cubicBezTo>
                          <a:pt x="4282" y="34457"/>
                          <a:pt x="4282" y="33207"/>
                          <a:pt x="3520" y="32446"/>
                        </a:cubicBezTo>
                        <a:cubicBezTo>
                          <a:pt x="3139" y="32065"/>
                          <a:pt x="2640" y="31874"/>
                          <a:pt x="2141" y="31874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  <a:alpha val="46820"/>
                        </a:srgbClr>
                      </a:gs>
                      <a:gs pos="100000">
                        <a:srgbClr val="FFFFFF">
                          <a:alpha val="0"/>
                          <a:alpha val="46820"/>
                        </a:srgbClr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11" name="Google Shape;211;p5"/>
                <p:cNvGrpSpPr/>
                <p:nvPr/>
              </p:nvGrpSpPr>
              <p:grpSpPr>
                <a:xfrm>
                  <a:off x="438999" y="4567398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12" name="Google Shape;21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13" name="Google Shape;21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14" name="Google Shape;21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15" name="Google Shape;21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6" name="Google Shape;21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7" name="Google Shape;21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8" name="Google Shape;21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19" name="Google Shape;21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20" name="Google Shape;22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1" name="Google Shape;221;p5"/>
                <p:cNvGrpSpPr/>
                <p:nvPr/>
              </p:nvGrpSpPr>
              <p:grpSpPr>
                <a:xfrm>
                  <a:off x="-65076" y="4623886"/>
                  <a:ext cx="699940" cy="478601"/>
                  <a:chOff x="39722" y="4349021"/>
                  <a:chExt cx="1061964" cy="726143"/>
                </a:xfrm>
              </p:grpSpPr>
              <p:grpSp>
                <p:nvGrpSpPr>
                  <p:cNvPr id="222" name="Google Shape;222;p5"/>
                  <p:cNvGrpSpPr/>
                  <p:nvPr/>
                </p:nvGrpSpPr>
                <p:grpSpPr>
                  <a:xfrm rot="2700000">
                    <a:off x="140502" y="4460924"/>
                    <a:ext cx="524584" cy="502337"/>
                    <a:chOff x="1189791" y="-1767331"/>
                    <a:chExt cx="904284" cy="865933"/>
                  </a:xfrm>
                </p:grpSpPr>
                <p:sp>
                  <p:nvSpPr>
                    <p:cNvPr id="223" name="Google Shape;223;p5"/>
                    <p:cNvSpPr/>
                    <p:nvPr/>
                  </p:nvSpPr>
                  <p:spPr>
                    <a:xfrm>
                      <a:off x="1189791" y="-1767331"/>
                      <a:ext cx="904284" cy="865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6902" h="35337" extrusionOk="0">
                          <a:moveTo>
                            <a:pt x="18449" y="1"/>
                          </a:moveTo>
                          <a:cubicBezTo>
                            <a:pt x="16409" y="1"/>
                            <a:pt x="14368" y="778"/>
                            <a:pt x="12814" y="2332"/>
                          </a:cubicBezTo>
                          <a:lnTo>
                            <a:pt x="3108" y="12037"/>
                          </a:lnTo>
                          <a:cubicBezTo>
                            <a:pt x="0" y="15145"/>
                            <a:pt x="0" y="20189"/>
                            <a:pt x="3108" y="23297"/>
                          </a:cubicBezTo>
                          <a:lnTo>
                            <a:pt x="12814" y="33017"/>
                          </a:lnTo>
                          <a:cubicBezTo>
                            <a:pt x="14368" y="34564"/>
                            <a:pt x="16405" y="35337"/>
                            <a:pt x="18443" y="35337"/>
                          </a:cubicBezTo>
                          <a:cubicBezTo>
                            <a:pt x="20481" y="35337"/>
                            <a:pt x="22519" y="34564"/>
                            <a:pt x="24073" y="33017"/>
                          </a:cubicBezTo>
                          <a:lnTo>
                            <a:pt x="33794" y="23297"/>
                          </a:lnTo>
                          <a:cubicBezTo>
                            <a:pt x="36902" y="20189"/>
                            <a:pt x="36902" y="15145"/>
                            <a:pt x="33794" y="12037"/>
                          </a:cubicBezTo>
                          <a:lnTo>
                            <a:pt x="24073" y="2332"/>
                          </a:lnTo>
                          <a:cubicBezTo>
                            <a:pt x="22527" y="778"/>
                            <a:pt x="20489" y="1"/>
                            <a:pt x="1844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lt1"/>
                        </a:gs>
                        <a:gs pos="18000">
                          <a:schemeClr val="lt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74000">
                          <a:schemeClr val="lt1"/>
                        </a:gs>
                        <a:gs pos="100000">
                          <a:srgbClr val="9900FF">
                            <a:alpha val="28627"/>
                          </a:srgb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grpSp>
                  <p:nvGrpSpPr>
                    <p:cNvPr id="224" name="Google Shape;224;p5"/>
                    <p:cNvGrpSpPr/>
                    <p:nvPr/>
                  </p:nvGrpSpPr>
                  <p:grpSpPr>
                    <a:xfrm>
                      <a:off x="1232795" y="-1740829"/>
                      <a:ext cx="717621" cy="717392"/>
                      <a:chOff x="1483457" y="3953671"/>
                      <a:chExt cx="717621" cy="717392"/>
                    </a:xfrm>
                  </p:grpSpPr>
                  <p:sp>
                    <p:nvSpPr>
                      <p:cNvPr id="225" name="Google Shape;225;p5"/>
                      <p:cNvSpPr/>
                      <p:nvPr/>
                    </p:nvSpPr>
                    <p:spPr>
                      <a:xfrm>
                        <a:off x="1483457" y="425726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6" name="Google Shape;226;p5"/>
                      <p:cNvSpPr/>
                      <p:nvPr/>
                    </p:nvSpPr>
                    <p:spPr>
                      <a:xfrm>
                        <a:off x="1559470" y="418148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0" y="382"/>
                            </a:lnTo>
                            <a:lnTo>
                              <a:pt x="26739" y="27121"/>
                            </a:lnTo>
                            <a:lnTo>
                              <a:pt x="27120" y="26740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7" name="Google Shape;227;p5"/>
                      <p:cNvSpPr/>
                      <p:nvPr/>
                    </p:nvSpPr>
                    <p:spPr>
                      <a:xfrm>
                        <a:off x="1635483" y="4105239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66" y="1"/>
                            </a:moveTo>
                            <a:lnTo>
                              <a:pt x="1" y="381"/>
                            </a:lnTo>
                            <a:lnTo>
                              <a:pt x="26740" y="27120"/>
                            </a:lnTo>
                            <a:lnTo>
                              <a:pt x="27121" y="26755"/>
                            </a:lnTo>
                            <a:lnTo>
                              <a:pt x="366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8" name="Google Shape;228;p5"/>
                      <p:cNvSpPr/>
                      <p:nvPr/>
                    </p:nvSpPr>
                    <p:spPr>
                      <a:xfrm>
                        <a:off x="1711267" y="4029455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1" y="1"/>
                            </a:moveTo>
                            <a:lnTo>
                              <a:pt x="0" y="382"/>
                            </a:lnTo>
                            <a:lnTo>
                              <a:pt x="26755" y="27121"/>
                            </a:lnTo>
                            <a:lnTo>
                              <a:pt x="27120" y="26755"/>
                            </a:lnTo>
                            <a:lnTo>
                              <a:pt x="381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  <p:sp>
                    <p:nvSpPr>
                      <p:cNvPr id="229" name="Google Shape;229;p5"/>
                      <p:cNvSpPr/>
                      <p:nvPr/>
                    </p:nvSpPr>
                    <p:spPr>
                      <a:xfrm>
                        <a:off x="1787280" y="3953671"/>
                        <a:ext cx="413799" cy="41379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121" h="27121" extrusionOk="0">
                            <a:moveTo>
                              <a:pt x="382" y="1"/>
                            </a:moveTo>
                            <a:lnTo>
                              <a:pt x="1" y="382"/>
                            </a:lnTo>
                            <a:lnTo>
                              <a:pt x="26740" y="27121"/>
                            </a:lnTo>
                            <a:lnTo>
                              <a:pt x="27121" y="26740"/>
                            </a:lnTo>
                            <a:lnTo>
                              <a:pt x="382" y="1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9900FF">
                              <a:alpha val="46666"/>
                              <a:alpha val="46820"/>
                            </a:srgbClr>
                          </a:gs>
                          <a:gs pos="100000">
                            <a:srgbClr val="FFFFFF">
                              <a:alpha val="0"/>
                              <a:alpha val="46820"/>
                            </a:srgbClr>
                          </a:gs>
                        </a:gsLst>
                        <a:lin ang="5400700" scaled="0"/>
                      </a:gra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/>
                      </a:p>
                    </p:txBody>
                  </p:sp>
                </p:grpSp>
              </p:grpSp>
              <p:sp>
                <p:nvSpPr>
                  <p:cNvPr id="230" name="Google Shape;230;p5"/>
                  <p:cNvSpPr/>
                  <p:nvPr/>
                </p:nvSpPr>
                <p:spPr>
                  <a:xfrm rot="-2700000">
                    <a:off x="542534" y="4469276"/>
                    <a:ext cx="492898" cy="391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4612" h="35440" extrusionOk="0">
                        <a:moveTo>
                          <a:pt x="40817" y="1"/>
                        </a:moveTo>
                        <a:lnTo>
                          <a:pt x="37420" y="3383"/>
                        </a:lnTo>
                        <a:lnTo>
                          <a:pt x="41213" y="7177"/>
                        </a:lnTo>
                        <a:lnTo>
                          <a:pt x="44611" y="3779"/>
                        </a:lnTo>
                        <a:lnTo>
                          <a:pt x="40817" y="1"/>
                        </a:lnTo>
                        <a:close/>
                        <a:moveTo>
                          <a:pt x="22184" y="4099"/>
                        </a:moveTo>
                        <a:lnTo>
                          <a:pt x="18801" y="7482"/>
                        </a:lnTo>
                        <a:lnTo>
                          <a:pt x="22595" y="11275"/>
                        </a:lnTo>
                        <a:lnTo>
                          <a:pt x="25978" y="7878"/>
                        </a:lnTo>
                        <a:lnTo>
                          <a:pt x="22184" y="4099"/>
                        </a:lnTo>
                        <a:close/>
                        <a:moveTo>
                          <a:pt x="15983" y="10300"/>
                        </a:moveTo>
                        <a:lnTo>
                          <a:pt x="12585" y="13698"/>
                        </a:lnTo>
                        <a:lnTo>
                          <a:pt x="16379" y="17476"/>
                        </a:lnTo>
                        <a:lnTo>
                          <a:pt x="19776" y="14094"/>
                        </a:lnTo>
                        <a:lnTo>
                          <a:pt x="15983" y="10300"/>
                        </a:lnTo>
                        <a:close/>
                        <a:moveTo>
                          <a:pt x="9431" y="16852"/>
                        </a:moveTo>
                        <a:lnTo>
                          <a:pt x="6034" y="20249"/>
                        </a:lnTo>
                        <a:lnTo>
                          <a:pt x="15190" y="29406"/>
                        </a:lnTo>
                        <a:lnTo>
                          <a:pt x="18588" y="26008"/>
                        </a:lnTo>
                        <a:lnTo>
                          <a:pt x="9431" y="16852"/>
                        </a:lnTo>
                        <a:close/>
                        <a:moveTo>
                          <a:pt x="3383" y="22885"/>
                        </a:moveTo>
                        <a:lnTo>
                          <a:pt x="0" y="26283"/>
                        </a:lnTo>
                        <a:lnTo>
                          <a:pt x="9157" y="35440"/>
                        </a:lnTo>
                        <a:lnTo>
                          <a:pt x="12555" y="32057"/>
                        </a:lnTo>
                        <a:lnTo>
                          <a:pt x="3383" y="22885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31" name="Google Shape;231;p5"/>
            <p:cNvGrpSpPr/>
            <p:nvPr/>
          </p:nvGrpSpPr>
          <p:grpSpPr>
            <a:xfrm rot="5400000">
              <a:off x="1147388" y="4839000"/>
              <a:ext cx="439200" cy="439100"/>
              <a:chOff x="1101075" y="2142375"/>
              <a:chExt cx="439200" cy="439100"/>
            </a:xfrm>
          </p:grpSpPr>
          <p:sp>
            <p:nvSpPr>
              <p:cNvPr id="232" name="Google Shape;232;p5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5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4" name="Google Shape;234;p5"/>
          <p:cNvGrpSpPr/>
          <p:nvPr/>
        </p:nvGrpSpPr>
        <p:grpSpPr>
          <a:xfrm>
            <a:off x="-2352525" y="-402069"/>
            <a:ext cx="5307515" cy="2438355"/>
            <a:chOff x="-2276325" y="-249669"/>
            <a:chExt cx="5307515" cy="2438355"/>
          </a:xfrm>
        </p:grpSpPr>
        <p:grpSp>
          <p:nvGrpSpPr>
            <p:cNvPr id="235" name="Google Shape;235;p5"/>
            <p:cNvGrpSpPr/>
            <p:nvPr/>
          </p:nvGrpSpPr>
          <p:grpSpPr>
            <a:xfrm rot="10800000">
              <a:off x="-1297788" y="-249669"/>
              <a:ext cx="2601921" cy="2438355"/>
              <a:chOff x="7340128" y="2866613"/>
              <a:chExt cx="2439225" cy="2438355"/>
            </a:xfrm>
          </p:grpSpPr>
          <p:sp>
            <p:nvSpPr>
              <p:cNvPr id="236" name="Google Shape;236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8" name="Google Shape;238;p5"/>
            <p:cNvSpPr/>
            <p:nvPr/>
          </p:nvSpPr>
          <p:spPr>
            <a:xfrm rot="-5400000">
              <a:off x="1755111" y="-896010"/>
              <a:ext cx="577450" cy="1974708"/>
            </a:xfrm>
            <a:custGeom>
              <a:avLst/>
              <a:gdLst/>
              <a:ahLst/>
              <a:cxnLst/>
              <a:rect l="l" t="t" r="r" b="b"/>
              <a:pathLst>
                <a:path w="14079" h="48146" extrusionOk="0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" name="Google Shape;239;p5"/>
            <p:cNvGrpSpPr/>
            <p:nvPr/>
          </p:nvGrpSpPr>
          <p:grpSpPr>
            <a:xfrm>
              <a:off x="-2276325" y="245976"/>
              <a:ext cx="4558967" cy="134100"/>
              <a:chOff x="796100" y="3019701"/>
              <a:chExt cx="4558967" cy="134100"/>
            </a:xfrm>
          </p:grpSpPr>
          <p:sp>
            <p:nvSpPr>
              <p:cNvPr id="240" name="Google Shape;24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1" name="Google Shape;24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42" name="Google Shape;24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" name="Google Shape;243;p5"/>
          <p:cNvGrpSpPr/>
          <p:nvPr/>
        </p:nvGrpSpPr>
        <p:grpSpPr>
          <a:xfrm>
            <a:off x="6795100" y="3095213"/>
            <a:ext cx="4558967" cy="2438355"/>
            <a:chOff x="6490300" y="2866613"/>
            <a:chExt cx="4558967" cy="243835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7340128" y="2866613"/>
              <a:ext cx="2439225" cy="2438355"/>
              <a:chOff x="7340128" y="2866613"/>
              <a:chExt cx="2439225" cy="2438355"/>
            </a:xfrm>
          </p:grpSpPr>
          <p:sp>
            <p:nvSpPr>
              <p:cNvPr id="245" name="Google Shape;245;p5"/>
              <p:cNvSpPr/>
              <p:nvPr/>
            </p:nvSpPr>
            <p:spPr>
              <a:xfrm rot="2700000" flipH="1">
                <a:off x="8012290" y="2875755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5"/>
              <p:cNvSpPr/>
              <p:nvPr/>
            </p:nvSpPr>
            <p:spPr>
              <a:xfrm rot="2700000" flipH="1">
                <a:off x="8125398" y="2987994"/>
                <a:ext cx="981794" cy="2307832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7" name="Google Shape;247;p5"/>
            <p:cNvGrpSpPr/>
            <p:nvPr/>
          </p:nvGrpSpPr>
          <p:grpSpPr>
            <a:xfrm rot="10800000">
              <a:off x="6490300" y="4774026"/>
              <a:ext cx="4558967" cy="134100"/>
              <a:chOff x="796100" y="3019701"/>
              <a:chExt cx="4558967" cy="134100"/>
            </a:xfrm>
          </p:grpSpPr>
          <p:sp>
            <p:nvSpPr>
              <p:cNvPr id="248" name="Google Shape;248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49" name="Google Shape;249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"/>
          <p:cNvSpPr txBox="1">
            <a:spLocks noGrp="1"/>
          </p:cNvSpPr>
          <p:nvPr>
            <p:ph type="subTitle" idx="1"/>
          </p:nvPr>
        </p:nvSpPr>
        <p:spPr>
          <a:xfrm>
            <a:off x="713225" y="1160775"/>
            <a:ext cx="7710900" cy="345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40" name="Google Shape;340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41" name="Google Shape;341;p7"/>
          <p:cNvGrpSpPr/>
          <p:nvPr/>
        </p:nvGrpSpPr>
        <p:grpSpPr>
          <a:xfrm>
            <a:off x="8934675" y="3943438"/>
            <a:ext cx="439200" cy="439100"/>
            <a:chOff x="1101075" y="2142375"/>
            <a:chExt cx="439200" cy="439100"/>
          </a:xfrm>
        </p:grpSpPr>
        <p:sp>
          <p:nvSpPr>
            <p:cNvPr id="342" name="Google Shape;342;p7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4" name="Google Shape;344;p7"/>
          <p:cNvGrpSpPr/>
          <p:nvPr/>
        </p:nvGrpSpPr>
        <p:grpSpPr>
          <a:xfrm>
            <a:off x="5481594" y="-3117615"/>
            <a:ext cx="5954334" cy="6142759"/>
            <a:chOff x="5329194" y="-2965215"/>
            <a:chExt cx="5954334" cy="6142759"/>
          </a:xfrm>
        </p:grpSpPr>
        <p:sp>
          <p:nvSpPr>
            <p:cNvPr id="345" name="Google Shape;345;p7"/>
            <p:cNvSpPr/>
            <p:nvPr/>
          </p:nvSpPr>
          <p:spPr>
            <a:xfrm rot="-2700000">
              <a:off x="6677338" y="-23069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 rot="-2700000">
              <a:off x="6782013" y="-2600033"/>
              <a:ext cx="3153371" cy="5119296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" name="Google Shape;347;p7"/>
            <p:cNvGrpSpPr/>
            <p:nvPr/>
          </p:nvGrpSpPr>
          <p:grpSpPr>
            <a:xfrm rot="10800000">
              <a:off x="5710125" y="185651"/>
              <a:ext cx="4558967" cy="134100"/>
              <a:chOff x="796100" y="3019701"/>
              <a:chExt cx="4558967" cy="134100"/>
            </a:xfrm>
          </p:grpSpPr>
          <p:sp>
            <p:nvSpPr>
              <p:cNvPr id="348" name="Google Shape;348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49" name="Google Shape;349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0" name="Google Shape;350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51" name="Google Shape;351;p7"/>
          <p:cNvGrpSpPr/>
          <p:nvPr/>
        </p:nvGrpSpPr>
        <p:grpSpPr>
          <a:xfrm flipH="1">
            <a:off x="-503516" y="3986929"/>
            <a:ext cx="5249359" cy="2992224"/>
            <a:chOff x="-258616" y="3430829"/>
            <a:chExt cx="5249359" cy="2992224"/>
          </a:xfrm>
        </p:grpSpPr>
        <p:pic>
          <p:nvPicPr>
            <p:cNvPr id="352" name="Google Shape;352;p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3" name="Google Shape;353;p7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7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359" name="Google Shape;359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" name="Google Shape;361;p7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362" name="Google Shape;362;p7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7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 txBox="1">
            <a:spLocks noGrp="1"/>
          </p:cNvSpPr>
          <p:nvPr>
            <p:ph type="title"/>
          </p:nvPr>
        </p:nvSpPr>
        <p:spPr>
          <a:xfrm>
            <a:off x="720000" y="479750"/>
            <a:ext cx="3145200" cy="184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9"/>
          <p:cNvSpPr txBox="1">
            <a:spLocks noGrp="1"/>
          </p:cNvSpPr>
          <p:nvPr>
            <p:ph type="subTitle" idx="1"/>
          </p:nvPr>
        </p:nvSpPr>
        <p:spPr>
          <a:xfrm>
            <a:off x="720000" y="2359400"/>
            <a:ext cx="3145200" cy="22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Open Sans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pen Sans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Font typeface="Open Sans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9"/>
          <p:cNvSpPr>
            <a:spLocks noGrp="1"/>
          </p:cNvSpPr>
          <p:nvPr>
            <p:ph type="pic" idx="2"/>
          </p:nvPr>
        </p:nvSpPr>
        <p:spPr>
          <a:xfrm>
            <a:off x="4135800" y="539500"/>
            <a:ext cx="4295100" cy="40692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379" name="Google Shape;379;p9"/>
          <p:cNvGrpSpPr/>
          <p:nvPr/>
        </p:nvGrpSpPr>
        <p:grpSpPr>
          <a:xfrm>
            <a:off x="-2393465" y="-1635538"/>
            <a:ext cx="4710415" cy="5344655"/>
            <a:chOff x="-2317265" y="-1559338"/>
            <a:chExt cx="4710415" cy="5344655"/>
          </a:xfrm>
        </p:grpSpPr>
        <p:pic>
          <p:nvPicPr>
            <p:cNvPr id="380" name="Google Shape;380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2317265" y="-1559338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1" name="Google Shape;381;p9"/>
            <p:cNvGrpSpPr/>
            <p:nvPr/>
          </p:nvGrpSpPr>
          <p:grpSpPr>
            <a:xfrm>
              <a:off x="-1322674" y="-1333888"/>
              <a:ext cx="3153315" cy="5119205"/>
              <a:chOff x="6643701" y="816087"/>
              <a:chExt cx="3153315" cy="5119205"/>
            </a:xfrm>
          </p:grpSpPr>
          <p:sp>
            <p:nvSpPr>
              <p:cNvPr id="382" name="Google Shape;382;p9"/>
              <p:cNvSpPr/>
              <p:nvPr/>
            </p:nvSpPr>
            <p:spPr>
              <a:xfrm>
                <a:off x="6643701" y="816087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3" name="Google Shape;383;p9"/>
              <p:cNvGrpSpPr/>
              <p:nvPr/>
            </p:nvGrpSpPr>
            <p:grpSpPr>
              <a:xfrm>
                <a:off x="8671986" y="24431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4" name="Google Shape;384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6" name="Google Shape;386;p9"/>
              <p:cNvGrpSpPr/>
              <p:nvPr/>
            </p:nvGrpSpPr>
            <p:grpSpPr>
              <a:xfrm>
                <a:off x="7678536" y="3129397"/>
                <a:ext cx="134004" cy="134004"/>
                <a:chOff x="8356813" y="1074288"/>
                <a:chExt cx="351900" cy="351900"/>
              </a:xfrm>
            </p:grpSpPr>
            <p:sp>
              <p:nvSpPr>
                <p:cNvPr id="387" name="Google Shape;387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89" name="Google Shape;389;p9"/>
              <p:cNvGrpSpPr/>
              <p:nvPr/>
            </p:nvGrpSpPr>
            <p:grpSpPr>
              <a:xfrm>
                <a:off x="8062611" y="3503222"/>
                <a:ext cx="134004" cy="134004"/>
                <a:chOff x="8356813" y="1074288"/>
                <a:chExt cx="351900" cy="351900"/>
              </a:xfrm>
            </p:grpSpPr>
            <p:sp>
              <p:nvSpPr>
                <p:cNvPr id="390" name="Google Shape;390;p9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9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92" name="Google Shape;392;p9"/>
            <p:cNvGrpSpPr/>
            <p:nvPr/>
          </p:nvGrpSpPr>
          <p:grpSpPr>
            <a:xfrm>
              <a:off x="121568" y="-846844"/>
              <a:ext cx="88151" cy="2151709"/>
              <a:chOff x="3054755" y="4367024"/>
              <a:chExt cx="88142" cy="1137387"/>
            </a:xfrm>
          </p:grpSpPr>
          <p:sp>
            <p:nvSpPr>
              <p:cNvPr id="393" name="Google Shape;393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40000">
                    <a:srgbClr val="FF9900">
                      <a:alpha val="40784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5" name="Google Shape;395;p9"/>
            <p:cNvGrpSpPr/>
            <p:nvPr/>
          </p:nvGrpSpPr>
          <p:grpSpPr>
            <a:xfrm>
              <a:off x="361243" y="-718832"/>
              <a:ext cx="88151" cy="2151709"/>
              <a:chOff x="3054755" y="4367024"/>
              <a:chExt cx="88142" cy="1137387"/>
            </a:xfrm>
          </p:grpSpPr>
          <p:sp>
            <p:nvSpPr>
              <p:cNvPr id="396" name="Google Shape;396;p9"/>
              <p:cNvSpPr/>
              <p:nvPr/>
            </p:nvSpPr>
            <p:spPr>
              <a:xfrm>
                <a:off x="3054755" y="4367024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3130388" y="4367024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8" name="Google Shape;398;p9"/>
            <p:cNvSpPr/>
            <p:nvPr/>
          </p:nvSpPr>
          <p:spPr>
            <a:xfrm rot="5400000">
              <a:off x="501466" y="-1277128"/>
              <a:ext cx="1031181" cy="275218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9" name="Google Shape;399;p9"/>
            <p:cNvGrpSpPr/>
            <p:nvPr/>
          </p:nvGrpSpPr>
          <p:grpSpPr>
            <a:xfrm>
              <a:off x="-175967" y="337269"/>
              <a:ext cx="480890" cy="481200"/>
              <a:chOff x="959750" y="3039275"/>
              <a:chExt cx="582050" cy="582425"/>
            </a:xfrm>
          </p:grpSpPr>
          <p:sp>
            <p:nvSpPr>
              <p:cNvPr id="400" name="Google Shape;400;p9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07" name="Google Shape;407;p9"/>
          <p:cNvGrpSpPr/>
          <p:nvPr/>
        </p:nvGrpSpPr>
        <p:grpSpPr>
          <a:xfrm>
            <a:off x="6719910" y="2898312"/>
            <a:ext cx="3920501" cy="3213899"/>
            <a:chOff x="6643710" y="2822113"/>
            <a:chExt cx="3920501" cy="3213899"/>
          </a:xfrm>
        </p:grpSpPr>
        <p:sp>
          <p:nvSpPr>
            <p:cNvPr id="408" name="Google Shape;408;p9"/>
            <p:cNvSpPr/>
            <p:nvPr/>
          </p:nvSpPr>
          <p:spPr>
            <a:xfrm>
              <a:off x="8764950" y="2822113"/>
              <a:ext cx="480893" cy="475828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09" name="Google Shape;409;p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643710" y="3043787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10" name="Google Shape;410;p9"/>
            <p:cNvGrpSpPr/>
            <p:nvPr/>
          </p:nvGrpSpPr>
          <p:grpSpPr>
            <a:xfrm>
              <a:off x="8671987" y="3471620"/>
              <a:ext cx="699928" cy="1651024"/>
              <a:chOff x="8337812" y="3492483"/>
              <a:chExt cx="699928" cy="1651024"/>
            </a:xfrm>
          </p:grpSpPr>
          <p:sp>
            <p:nvSpPr>
              <p:cNvPr id="411" name="Google Shape;411;p9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avLst/>
                <a:gdLst/>
                <a:ahLst/>
                <a:cxnLst/>
                <a:rect l="l" t="t" r="r" b="b"/>
                <a:pathLst>
                  <a:path w="11779" h="24714" extrusionOk="0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9"/>
            <p:cNvGrpSpPr/>
            <p:nvPr/>
          </p:nvGrpSpPr>
          <p:grpSpPr>
            <a:xfrm>
              <a:off x="8279400" y="4281138"/>
              <a:ext cx="904666" cy="726121"/>
              <a:chOff x="7945225" y="4302000"/>
              <a:chExt cx="904666" cy="726121"/>
            </a:xfrm>
          </p:grpSpPr>
          <p:sp>
            <p:nvSpPr>
              <p:cNvPr id="415" name="Google Shape;415;p9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18" name="Google Shape;418;p9"/>
            <p:cNvSpPr/>
            <p:nvPr/>
          </p:nvSpPr>
          <p:spPr>
            <a:xfrm rot="10800000">
              <a:off x="7869624" y="292026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 rot="10800000">
              <a:off x="8028970" y="2920884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9"/>
          <p:cNvGrpSpPr/>
          <p:nvPr/>
        </p:nvGrpSpPr>
        <p:grpSpPr>
          <a:xfrm>
            <a:off x="-1953175" y="4816451"/>
            <a:ext cx="4558967" cy="134100"/>
            <a:chOff x="796100" y="3019701"/>
            <a:chExt cx="4558967" cy="134100"/>
          </a:xfrm>
        </p:grpSpPr>
        <p:sp>
          <p:nvSpPr>
            <p:cNvPr id="421" name="Google Shape;421;p9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22" name="Google Shape;422;p9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3" name="Google Shape;423;p9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13"/>
          <p:cNvSpPr txBox="1">
            <a:spLocks noGrp="1"/>
          </p:cNvSpPr>
          <p:nvPr>
            <p:ph type="subTitle" idx="1"/>
          </p:nvPr>
        </p:nvSpPr>
        <p:spPr>
          <a:xfrm>
            <a:off x="7200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13"/>
          <p:cNvSpPr txBox="1">
            <a:spLocks noGrp="1"/>
          </p:cNvSpPr>
          <p:nvPr>
            <p:ph type="subTitle" idx="2"/>
          </p:nvPr>
        </p:nvSpPr>
        <p:spPr>
          <a:xfrm>
            <a:off x="4366700" y="2244725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13"/>
          <p:cNvSpPr txBox="1">
            <a:spLocks noGrp="1"/>
          </p:cNvSpPr>
          <p:nvPr>
            <p:ph type="subTitle" idx="3"/>
          </p:nvPr>
        </p:nvSpPr>
        <p:spPr>
          <a:xfrm>
            <a:off x="7200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9" name="Google Shape;499;p13"/>
          <p:cNvSpPr txBox="1">
            <a:spLocks noGrp="1"/>
          </p:cNvSpPr>
          <p:nvPr>
            <p:ph type="subTitle" idx="4"/>
          </p:nvPr>
        </p:nvSpPr>
        <p:spPr>
          <a:xfrm>
            <a:off x="4366700" y="3940900"/>
            <a:ext cx="2661000" cy="6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3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3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7" hasCustomPrompt="1"/>
          </p:nvPr>
        </p:nvSpPr>
        <p:spPr>
          <a:xfrm>
            <a:off x="4366698" y="1344775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8" hasCustomPrompt="1"/>
          </p:nvPr>
        </p:nvSpPr>
        <p:spPr>
          <a:xfrm>
            <a:off x="4366698" y="3040971"/>
            <a:ext cx="1057500" cy="640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IBM Plex Mono"/>
              <a:buNone/>
              <a:defRPr sz="3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subTitle" idx="9"/>
          </p:nvPr>
        </p:nvSpPr>
        <p:spPr>
          <a:xfrm>
            <a:off x="720000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3"/>
          </p:nvPr>
        </p:nvSpPr>
        <p:spPr>
          <a:xfrm>
            <a:off x="4366698" y="1918675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urce Code Pro"/>
              <a:buNone/>
              <a:defRPr sz="2400" b="1"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14"/>
          </p:nvPr>
        </p:nvSpPr>
        <p:spPr>
          <a:xfrm>
            <a:off x="720000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15"/>
          </p:nvPr>
        </p:nvSpPr>
        <p:spPr>
          <a:xfrm>
            <a:off x="4366698" y="3614801"/>
            <a:ext cx="32337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19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508" name="Google Shape;508;p13"/>
          <p:cNvGrpSpPr/>
          <p:nvPr/>
        </p:nvGrpSpPr>
        <p:grpSpPr>
          <a:xfrm>
            <a:off x="-808923" y="2711465"/>
            <a:ext cx="2097951" cy="3309497"/>
            <a:chOff x="-656523" y="2711465"/>
            <a:chExt cx="2097951" cy="3309497"/>
          </a:xfrm>
        </p:grpSpPr>
        <p:sp>
          <p:nvSpPr>
            <p:cNvPr id="509" name="Google Shape;509;p13"/>
            <p:cNvSpPr/>
            <p:nvPr/>
          </p:nvSpPr>
          <p:spPr>
            <a:xfrm flipH="1">
              <a:off x="-352474" y="4279466"/>
              <a:ext cx="1139424" cy="986746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0" name="Google Shape;510;p13"/>
            <p:cNvGrpSpPr/>
            <p:nvPr/>
          </p:nvGrpSpPr>
          <p:grpSpPr>
            <a:xfrm>
              <a:off x="323479" y="4682324"/>
              <a:ext cx="328346" cy="328531"/>
              <a:chOff x="3678700" y="407275"/>
              <a:chExt cx="708100" cy="708500"/>
            </a:xfrm>
          </p:grpSpPr>
          <p:sp>
            <p:nvSpPr>
              <p:cNvPr id="511" name="Google Shape;511;p13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3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3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8" name="Google Shape;518;p13"/>
            <p:cNvGrpSpPr/>
            <p:nvPr/>
          </p:nvGrpSpPr>
          <p:grpSpPr>
            <a:xfrm>
              <a:off x="-541317" y="2711465"/>
              <a:ext cx="1117945" cy="1598547"/>
              <a:chOff x="-541317" y="2711465"/>
              <a:chExt cx="1117945" cy="1598547"/>
            </a:xfrm>
          </p:grpSpPr>
          <p:sp>
            <p:nvSpPr>
              <p:cNvPr id="519" name="Google Shape;51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0" name="Google Shape;52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1" name="Google Shape;52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52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3" name="Google Shape;523;p13"/>
            <p:cNvGrpSpPr/>
            <p:nvPr/>
          </p:nvGrpSpPr>
          <p:grpSpPr>
            <a:xfrm rot="-9080766">
              <a:off x="-341725" y="3731687"/>
              <a:ext cx="1117904" cy="1598488"/>
              <a:chOff x="-541317" y="2711465"/>
              <a:chExt cx="1117945" cy="1598547"/>
            </a:xfrm>
          </p:grpSpPr>
          <p:sp>
            <p:nvSpPr>
              <p:cNvPr id="524" name="Google Shape;524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5" name="Google Shape;525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26" name="Google Shape;526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7" name="Google Shape;527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8" name="Google Shape;528;p13"/>
            <p:cNvGrpSpPr/>
            <p:nvPr/>
          </p:nvGrpSpPr>
          <p:grpSpPr>
            <a:xfrm rot="10800000">
              <a:off x="323483" y="4422415"/>
              <a:ext cx="1117945" cy="1598547"/>
              <a:chOff x="-541317" y="2711465"/>
              <a:chExt cx="1117945" cy="1598547"/>
            </a:xfrm>
          </p:grpSpPr>
          <p:sp>
            <p:nvSpPr>
              <p:cNvPr id="529" name="Google Shape;529;p13"/>
              <p:cNvSpPr/>
              <p:nvPr/>
            </p:nvSpPr>
            <p:spPr>
              <a:xfrm rot="8999999">
                <a:off x="-132025" y="2659081"/>
                <a:ext cx="246869" cy="1703314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rgbClr val="0C0A9E">
                  <a:alpha val="3136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0" name="Google Shape;530;p13"/>
              <p:cNvGrpSpPr/>
              <p:nvPr/>
            </p:nvGrpSpPr>
            <p:grpSpPr>
              <a:xfrm>
                <a:off x="442584" y="4120912"/>
                <a:ext cx="134044" cy="134013"/>
                <a:chOff x="1101075" y="2142375"/>
                <a:chExt cx="439200" cy="439100"/>
              </a:xfrm>
            </p:grpSpPr>
            <p:sp>
              <p:nvSpPr>
                <p:cNvPr id="531" name="Google Shape;531;p13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3500032" scaled="0"/>
                </a:gradFill>
                <a:ln>
                  <a:noFill/>
                </a:ln>
                <a:effectLst>
                  <a:outerShdw blurRad="42863" dist="9525" dir="2280000" algn="bl" rotWithShape="0">
                    <a:schemeClr val="lt2"/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33" name="Google Shape;533;p13"/>
          <p:cNvGrpSpPr/>
          <p:nvPr/>
        </p:nvGrpSpPr>
        <p:grpSpPr>
          <a:xfrm>
            <a:off x="6470875" y="-1735180"/>
            <a:ext cx="4257000" cy="4171657"/>
            <a:chOff x="6394675" y="-1658980"/>
            <a:chExt cx="4257000" cy="4171657"/>
          </a:xfrm>
        </p:grpSpPr>
        <p:grpSp>
          <p:nvGrpSpPr>
            <p:cNvPr id="534" name="Google Shape;534;p13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535" name="Google Shape;535;p13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8" name="Google Shape;538;p13"/>
            <p:cNvSpPr/>
            <p:nvPr/>
          </p:nvSpPr>
          <p:spPr>
            <a:xfrm>
              <a:off x="6394675" y="0"/>
              <a:ext cx="284119" cy="246048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rgbClr val="0C0A9E">
                    <a:alpha val="2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3"/>
            <p:cNvSpPr/>
            <p:nvPr/>
          </p:nvSpPr>
          <p:spPr>
            <a:xfrm>
              <a:off x="6627600" y="-49075"/>
              <a:ext cx="570546" cy="494095"/>
            </a:xfrm>
            <a:custGeom>
              <a:avLst/>
              <a:gdLst/>
              <a:ahLst/>
              <a:cxnLst/>
              <a:rect l="l" t="t" r="r" b="b"/>
              <a:pathLst>
                <a:path w="51285" h="44413" extrusionOk="0">
                  <a:moveTo>
                    <a:pt x="12814" y="0"/>
                  </a:moveTo>
                  <a:lnTo>
                    <a:pt x="0" y="22199"/>
                  </a:lnTo>
                  <a:lnTo>
                    <a:pt x="12814" y="44413"/>
                  </a:lnTo>
                  <a:lnTo>
                    <a:pt x="38471" y="44413"/>
                  </a:lnTo>
                  <a:lnTo>
                    <a:pt x="51285" y="22199"/>
                  </a:lnTo>
                  <a:lnTo>
                    <a:pt x="38471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13"/>
          <p:cNvGrpSpPr/>
          <p:nvPr/>
        </p:nvGrpSpPr>
        <p:grpSpPr>
          <a:xfrm>
            <a:off x="-113888" y="229201"/>
            <a:ext cx="1891393" cy="134100"/>
            <a:chOff x="-113888" y="229201"/>
            <a:chExt cx="1891393" cy="134100"/>
          </a:xfrm>
        </p:grpSpPr>
        <p:sp>
          <p:nvSpPr>
            <p:cNvPr id="541" name="Google Shape;541;p13"/>
            <p:cNvSpPr/>
            <p:nvPr/>
          </p:nvSpPr>
          <p:spPr>
            <a:xfrm>
              <a:off x="1643404" y="2292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42" name="Google Shape;542;p13"/>
            <p:cNvCxnSpPr/>
            <p:nvPr/>
          </p:nvCxnSpPr>
          <p:spPr>
            <a:xfrm rot="10800000">
              <a:off x="783712" y="-601348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3" name="Google Shape;543;p13"/>
            <p:cNvSpPr/>
            <p:nvPr/>
          </p:nvSpPr>
          <p:spPr>
            <a:xfrm>
              <a:off x="1673517" y="2593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61" name="Google Shape;761;p19"/>
          <p:cNvSpPr txBox="1">
            <a:spLocks noGrp="1"/>
          </p:cNvSpPr>
          <p:nvPr>
            <p:ph type="subTitle" idx="1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9"/>
          <p:cNvSpPr txBox="1">
            <a:spLocks noGrp="1"/>
          </p:cNvSpPr>
          <p:nvPr>
            <p:ph type="subTitle" idx="2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63" name="Google Shape;763;p19"/>
          <p:cNvGrpSpPr/>
          <p:nvPr/>
        </p:nvGrpSpPr>
        <p:grpSpPr>
          <a:xfrm>
            <a:off x="-96329" y="4888563"/>
            <a:ext cx="1590408" cy="88125"/>
            <a:chOff x="124624" y="4953514"/>
            <a:chExt cx="1137387" cy="88142"/>
          </a:xfrm>
        </p:grpSpPr>
        <p:sp>
          <p:nvSpPr>
            <p:cNvPr id="764" name="Google Shape;764;p19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avLst/>
              <a:gdLst/>
              <a:ahLst/>
              <a:cxnLst/>
              <a:rect l="l" t="t" r="r" b="b"/>
              <a:pathLst>
                <a:path w="306" h="27731" extrusionOk="0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9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avLst/>
              <a:gdLst/>
              <a:ahLst/>
              <a:cxnLst/>
              <a:rect l="l" t="t" r="r" b="b"/>
              <a:pathLst>
                <a:path w="305" h="27731" extrusionOk="0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46820"/>
                  </a:srgbClr>
                </a:gs>
                <a:gs pos="100000">
                  <a:srgbClr val="FFFFFF">
                    <a:alpha val="0"/>
                    <a:alpha val="4682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6" name="Google Shape;766;p19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767" name="Google Shape;767;p19"/>
            <p:cNvSpPr/>
            <p:nvPr/>
          </p:nvSpPr>
          <p:spPr>
            <a:xfrm>
              <a:off x="6883700" y="14075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7842318" y="13857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7734200" y="2571774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7758564" y="1550075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1" name="Google Shape;771;p19"/>
          <p:cNvGrpSpPr/>
          <p:nvPr/>
        </p:nvGrpSpPr>
        <p:grpSpPr>
          <a:xfrm>
            <a:off x="4598006" y="-1699037"/>
            <a:ext cx="5579794" cy="3203424"/>
            <a:chOff x="4521806" y="-1546637"/>
            <a:chExt cx="5579794" cy="3203424"/>
          </a:xfrm>
        </p:grpSpPr>
        <p:grpSp>
          <p:nvGrpSpPr>
            <p:cNvPr id="772" name="Google Shape;772;p19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773" name="Google Shape;773;p19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Google Shape;774;p19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19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6" name="Google Shape;776;p19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7" name="Google Shape;777;p19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19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avLst/>
              <a:gdLst/>
              <a:ahLst/>
              <a:cxnLst/>
              <a:rect l="l" t="t" r="r" b="b"/>
              <a:pathLst>
                <a:path w="23937" h="56267" extrusionOk="0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9" name="Google Shape;779;p19"/>
            <p:cNvGrpSpPr/>
            <p:nvPr/>
          </p:nvGrpSpPr>
          <p:grpSpPr>
            <a:xfrm rot="10800000">
              <a:off x="8323180" y="210225"/>
              <a:ext cx="1493503" cy="88125"/>
              <a:chOff x="124624" y="4953514"/>
              <a:chExt cx="1137387" cy="88142"/>
            </a:xfrm>
          </p:grpSpPr>
          <p:sp>
            <p:nvSpPr>
              <p:cNvPr id="780" name="Google Shape;780;p19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7731" extrusionOk="0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19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avLst/>
                <a:gdLst/>
                <a:ahLst/>
                <a:cxnLst/>
                <a:rect l="l" t="t" r="r" b="b"/>
                <a:pathLst>
                  <a:path w="305" h="27731" extrusionOk="0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2" name="Google Shape;782;p19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783" name="Google Shape;783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90" name="Google Shape;790;p19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791" name="Google Shape;791;p19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9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9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9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9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9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9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lt2">
                      <a:alpha val="46820"/>
                    </a:schemeClr>
                  </a:gs>
                  <a:gs pos="78000">
                    <a:schemeClr val="lt1">
                      <a:alpha val="46820"/>
                    </a:schemeClr>
                  </a:gs>
                  <a:gs pos="100000">
                    <a:schemeClr val="lt1">
                      <a:alpha val="46820"/>
                    </a:schemeClr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0" name="Google Shape;1050;p24"/>
          <p:cNvGrpSpPr/>
          <p:nvPr/>
        </p:nvGrpSpPr>
        <p:grpSpPr>
          <a:xfrm>
            <a:off x="7059553" y="-2136808"/>
            <a:ext cx="4192757" cy="4558967"/>
            <a:chOff x="6983353" y="-2136808"/>
            <a:chExt cx="4192757" cy="4558967"/>
          </a:xfrm>
        </p:grpSpPr>
        <p:grpSp>
          <p:nvGrpSpPr>
            <p:cNvPr id="1051" name="Google Shape;1051;p24"/>
            <p:cNvGrpSpPr/>
            <p:nvPr/>
          </p:nvGrpSpPr>
          <p:grpSpPr>
            <a:xfrm rot="-509296">
              <a:off x="7187207" y="-982000"/>
              <a:ext cx="3785049" cy="3043008"/>
              <a:chOff x="7103825" y="-713112"/>
              <a:chExt cx="3785226" cy="3043150"/>
            </a:xfrm>
          </p:grpSpPr>
          <p:sp>
            <p:nvSpPr>
              <p:cNvPr id="1052" name="Google Shape;1052;p24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1053" name="Google Shape;1053;p24"/>
              <p:cNvPicPr preferRelativeResize="0"/>
              <p:nvPr/>
            </p:nvPicPr>
            <p:blipFill rotWithShape="1">
              <a:blip r:embed="rId2">
                <a:alphaModFix/>
              </a:blip>
              <a:srcRect t="17657" b="17663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54" name="Google Shape;1054;p24"/>
            <p:cNvGrpSpPr/>
            <p:nvPr/>
          </p:nvGrpSpPr>
          <p:grpSpPr>
            <a:xfrm rot="5400000">
              <a:off x="6489450" y="75626"/>
              <a:ext cx="4558967" cy="134100"/>
              <a:chOff x="796100" y="3019701"/>
              <a:chExt cx="4558967" cy="134100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6" name="Google Shape;1056;p2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7" name="Google Shape;1057;p2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58" name="Google Shape;1058;p24"/>
          <p:cNvSpPr txBox="1">
            <a:spLocks noGrp="1"/>
          </p:cNvSpPr>
          <p:nvPr>
            <p:ph type="subTitle" idx="1"/>
          </p:nvPr>
        </p:nvSpPr>
        <p:spPr>
          <a:xfrm>
            <a:off x="720000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24"/>
          <p:cNvSpPr txBox="1">
            <a:spLocks noGrp="1"/>
          </p:cNvSpPr>
          <p:nvPr>
            <p:ph type="subTitle" idx="2"/>
          </p:nvPr>
        </p:nvSpPr>
        <p:spPr>
          <a:xfrm>
            <a:off x="3584484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0" name="Google Shape;1060;p24"/>
          <p:cNvSpPr txBox="1">
            <a:spLocks noGrp="1"/>
          </p:cNvSpPr>
          <p:nvPr>
            <p:ph type="subTitle" idx="3"/>
          </p:nvPr>
        </p:nvSpPr>
        <p:spPr>
          <a:xfrm>
            <a:off x="6448975" y="26499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1" name="Google Shape;1061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24"/>
          <p:cNvSpPr txBox="1">
            <a:spLocks noGrp="1"/>
          </p:cNvSpPr>
          <p:nvPr>
            <p:ph type="subTitle" idx="4"/>
          </p:nvPr>
        </p:nvSpPr>
        <p:spPr>
          <a:xfrm>
            <a:off x="720000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3" name="Google Shape;1063;p24"/>
          <p:cNvSpPr txBox="1">
            <a:spLocks noGrp="1"/>
          </p:cNvSpPr>
          <p:nvPr>
            <p:ph type="subTitle" idx="5"/>
          </p:nvPr>
        </p:nvSpPr>
        <p:spPr>
          <a:xfrm>
            <a:off x="3584483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4" name="Google Shape;1064;p24"/>
          <p:cNvSpPr txBox="1">
            <a:spLocks noGrp="1"/>
          </p:cNvSpPr>
          <p:nvPr>
            <p:ph type="subTitle" idx="6"/>
          </p:nvPr>
        </p:nvSpPr>
        <p:spPr>
          <a:xfrm>
            <a:off x="6448972" y="23238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065" name="Google Shape;1065;p24"/>
          <p:cNvGrpSpPr/>
          <p:nvPr/>
        </p:nvGrpSpPr>
        <p:grpSpPr>
          <a:xfrm>
            <a:off x="6067575" y="2796625"/>
            <a:ext cx="4006263" cy="4771152"/>
            <a:chOff x="5915175" y="2339425"/>
            <a:chExt cx="4006263" cy="4771152"/>
          </a:xfrm>
        </p:grpSpPr>
        <p:sp>
          <p:nvSpPr>
            <p:cNvPr id="1066" name="Google Shape;1066;p24"/>
            <p:cNvSpPr/>
            <p:nvPr/>
          </p:nvSpPr>
          <p:spPr>
            <a:xfrm>
              <a:off x="5915175" y="2361286"/>
              <a:ext cx="4006263" cy="4749291"/>
            </a:xfrm>
            <a:custGeom>
              <a:avLst/>
              <a:gdLst/>
              <a:ahLst/>
              <a:cxnLst/>
              <a:rect l="l" t="t" r="r" b="b"/>
              <a:pathLst>
                <a:path w="97678" h="115794" extrusionOk="0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24"/>
            <p:cNvSpPr/>
            <p:nvPr/>
          </p:nvSpPr>
          <p:spPr>
            <a:xfrm>
              <a:off x="6873793" y="2339425"/>
              <a:ext cx="2925190" cy="3057668"/>
            </a:xfrm>
            <a:custGeom>
              <a:avLst/>
              <a:gdLst/>
              <a:ahLst/>
              <a:cxnLst/>
              <a:rect l="l" t="t" r="r" b="b"/>
              <a:pathLst>
                <a:path w="71320" h="74550" extrusionOk="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68" name="Google Shape;1068;p24"/>
            <p:cNvGrpSpPr/>
            <p:nvPr/>
          </p:nvGrpSpPr>
          <p:grpSpPr>
            <a:xfrm>
              <a:off x="7520550" y="4608575"/>
              <a:ext cx="582050" cy="582425"/>
              <a:chOff x="959750" y="3039275"/>
              <a:chExt cx="582050" cy="582425"/>
            </a:xfrm>
          </p:grpSpPr>
          <p:sp>
            <p:nvSpPr>
              <p:cNvPr id="1069" name="Google Shape;1069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6" name="Google Shape;1076;p24"/>
            <p:cNvGrpSpPr/>
            <p:nvPr/>
          </p:nvGrpSpPr>
          <p:grpSpPr>
            <a:xfrm>
              <a:off x="8484675" y="3658275"/>
              <a:ext cx="582050" cy="582425"/>
              <a:chOff x="959750" y="3039275"/>
              <a:chExt cx="582050" cy="582425"/>
            </a:xfrm>
          </p:grpSpPr>
          <p:sp>
            <p:nvSpPr>
              <p:cNvPr id="1077" name="Google Shape;1077;p2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84" name="Google Shape;1084;p24"/>
          <p:cNvGrpSpPr/>
          <p:nvPr/>
        </p:nvGrpSpPr>
        <p:grpSpPr>
          <a:xfrm>
            <a:off x="-235366" y="3828554"/>
            <a:ext cx="5249359" cy="2992224"/>
            <a:chOff x="-258616" y="3430829"/>
            <a:chExt cx="5249359" cy="2992224"/>
          </a:xfrm>
        </p:grpSpPr>
        <p:pic>
          <p:nvPicPr>
            <p:cNvPr id="1085" name="Google Shape;1085;p24"/>
            <p:cNvPicPr preferRelativeResize="0"/>
            <p:nvPr/>
          </p:nvPicPr>
          <p:blipFill rotWithShape="1">
            <a:blip r:embed="rId3">
              <a:alphaModFix/>
            </a:blip>
            <a:srcRect l="16960" t="24718" r="7121" b="26177"/>
            <a:stretch/>
          </p:blipFill>
          <p:spPr>
            <a:xfrm>
              <a:off x="1070243" y="3430829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6" name="Google Shape;1086;p24"/>
            <p:cNvSpPr/>
            <p:nvPr/>
          </p:nvSpPr>
          <p:spPr>
            <a:xfrm>
              <a:off x="363250" y="4667754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24"/>
            <p:cNvSpPr/>
            <p:nvPr/>
          </p:nvSpPr>
          <p:spPr>
            <a:xfrm>
              <a:off x="941424" y="4724302"/>
              <a:ext cx="340329" cy="325895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24"/>
            <p:cNvSpPr/>
            <p:nvPr/>
          </p:nvSpPr>
          <p:spPr>
            <a:xfrm>
              <a:off x="820562" y="49581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>
                    <a:alpha val="31360"/>
                  </a:schemeClr>
                </a:gs>
                <a:gs pos="22000">
                  <a:schemeClr val="lt1">
                    <a:alpha val="31360"/>
                  </a:schemeClr>
                </a:gs>
                <a:gs pos="45000">
                  <a:srgbClr val="FFFFFF">
                    <a:alpha val="0"/>
                    <a:alpha val="31360"/>
                  </a:srgbClr>
                </a:gs>
                <a:gs pos="100000">
                  <a:srgbClr val="0C0A9E">
                    <a:alpha val="50196"/>
                    <a:alpha val="3136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24"/>
            <p:cNvSpPr/>
            <p:nvPr/>
          </p:nvSpPr>
          <p:spPr>
            <a:xfrm>
              <a:off x="1299000" y="4608579"/>
              <a:ext cx="582037" cy="55735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22000">
                  <a:schemeClr val="lt1"/>
                </a:gs>
                <a:gs pos="45000">
                  <a:srgbClr val="FFFFFF">
                    <a:alpha val="0"/>
                  </a:srgbClr>
                </a:gs>
                <a:gs pos="100000">
                  <a:srgbClr val="0C0A9E">
                    <a:alpha val="50196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24"/>
            <p:cNvSpPr/>
            <p:nvPr/>
          </p:nvSpPr>
          <p:spPr>
            <a:xfrm rot="5400000">
              <a:off x="447539" y="3133720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1" name="Google Shape;1091;p24"/>
            <p:cNvGrpSpPr/>
            <p:nvPr/>
          </p:nvGrpSpPr>
          <p:grpSpPr>
            <a:xfrm>
              <a:off x="736485" y="4387072"/>
              <a:ext cx="161977" cy="161940"/>
              <a:chOff x="1101075" y="2142375"/>
              <a:chExt cx="439200" cy="439100"/>
            </a:xfrm>
          </p:grpSpPr>
          <p:sp>
            <p:nvSpPr>
              <p:cNvPr id="1092" name="Google Shape;1092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4" name="Google Shape;1094;p24"/>
            <p:cNvGrpSpPr/>
            <p:nvPr/>
          </p:nvGrpSpPr>
          <p:grpSpPr>
            <a:xfrm rot="10800000">
              <a:off x="2118901" y="4805293"/>
              <a:ext cx="161977" cy="161940"/>
              <a:chOff x="1101075" y="2142375"/>
              <a:chExt cx="439200" cy="439100"/>
            </a:xfrm>
          </p:grpSpPr>
          <p:sp>
            <p:nvSpPr>
              <p:cNvPr id="1095" name="Google Shape;1095;p24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4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97" name="Google Shape;1097;p24"/>
          <p:cNvGrpSpPr/>
          <p:nvPr/>
        </p:nvGrpSpPr>
        <p:grpSpPr>
          <a:xfrm>
            <a:off x="-515563" y="-797996"/>
            <a:ext cx="1433417" cy="2584783"/>
            <a:chOff x="-363163" y="-645596"/>
            <a:chExt cx="1433417" cy="2584783"/>
          </a:xfrm>
        </p:grpSpPr>
        <p:grpSp>
          <p:nvGrpSpPr>
            <p:cNvPr id="1098" name="Google Shape;1098;p24"/>
            <p:cNvGrpSpPr/>
            <p:nvPr/>
          </p:nvGrpSpPr>
          <p:grpSpPr>
            <a:xfrm rot="10800000">
              <a:off x="-64595" y="-645596"/>
              <a:ext cx="1134849" cy="2370191"/>
              <a:chOff x="-575575" y="3685599"/>
              <a:chExt cx="1421048" cy="2967932"/>
            </a:xfrm>
          </p:grpSpPr>
          <p:sp>
            <p:nvSpPr>
              <p:cNvPr id="1099" name="Google Shape;1099;p24"/>
              <p:cNvSpPr/>
              <p:nvPr/>
            </p:nvSpPr>
            <p:spPr>
              <a:xfrm>
                <a:off x="-575575" y="3685599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4"/>
              <p:cNvSpPr/>
              <p:nvPr/>
            </p:nvSpPr>
            <p:spPr>
              <a:xfrm rot="10800000">
                <a:off x="-575573" y="3820175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101" name="Google Shape;1101;p24"/>
            <p:cNvSpPr/>
            <p:nvPr/>
          </p:nvSpPr>
          <p:spPr>
            <a:xfrm>
              <a:off x="0" y="36165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4"/>
            <p:cNvSpPr/>
            <p:nvPr/>
          </p:nvSpPr>
          <p:spPr>
            <a:xfrm>
              <a:off x="131225" y="0"/>
              <a:ext cx="581991" cy="575861"/>
            </a:xfrm>
            <a:custGeom>
              <a:avLst/>
              <a:gdLst/>
              <a:ahLst/>
              <a:cxnLst/>
              <a:rect l="l" t="t" r="r" b="b"/>
              <a:pathLst>
                <a:path w="36171" h="35790" extrusionOk="0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chemeClr val="lt2">
                    <a:alpha val="46820"/>
                  </a:schemeClr>
                </a:gs>
                <a:gs pos="78000">
                  <a:schemeClr val="lt1">
                    <a:alpha val="46820"/>
                  </a:schemeClr>
                </a:gs>
                <a:gs pos="100000">
                  <a:schemeClr val="lt1">
                    <a:alpha val="46820"/>
                  </a:scheme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03" name="Google Shape;1103;p24"/>
            <p:cNvGrpSpPr/>
            <p:nvPr/>
          </p:nvGrpSpPr>
          <p:grpSpPr>
            <a:xfrm rot="-2700000" flipH="1">
              <a:off x="-216370" y="1084101"/>
              <a:ext cx="708093" cy="708493"/>
              <a:chOff x="3678700" y="407275"/>
              <a:chExt cx="708100" cy="708500"/>
            </a:xfrm>
          </p:grpSpPr>
          <p:sp>
            <p:nvSpPr>
              <p:cNvPr id="1104" name="Google Shape;1104;p24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4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5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Google Shape;1106;p24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Google Shape;1107;p24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81" extrusionOk="0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Google Shape;1108;p24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6" h="9996" extrusionOk="0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4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avLst/>
                <a:gdLst/>
                <a:ahLst/>
                <a:cxnLst/>
                <a:rect l="l" t="t" r="r" b="b"/>
                <a:pathLst>
                  <a:path w="9980" h="9981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4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avLst/>
                <a:gdLst/>
                <a:ahLst/>
                <a:cxnLst/>
                <a:rect l="l" t="t" r="r" b="b"/>
                <a:pathLst>
                  <a:path w="9995" h="9996" extrusionOk="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46820"/>
                    </a:srgbClr>
                  </a:gs>
                  <a:gs pos="100000">
                    <a:srgbClr val="FFFFFF">
                      <a:alpha val="0"/>
                      <a:alpha val="4682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25"/>
          <p:cNvSpPr txBox="1">
            <a:spLocks noGrp="1"/>
          </p:cNvSpPr>
          <p:nvPr>
            <p:ph type="subTitle" idx="1"/>
          </p:nvPr>
        </p:nvSpPr>
        <p:spPr>
          <a:xfrm>
            <a:off x="720000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3" name="Google Shape;1113;p25"/>
          <p:cNvSpPr txBox="1">
            <a:spLocks noGrp="1"/>
          </p:cNvSpPr>
          <p:nvPr>
            <p:ph type="subTitle" idx="2"/>
          </p:nvPr>
        </p:nvSpPr>
        <p:spPr>
          <a:xfrm>
            <a:off x="3584484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25"/>
          <p:cNvSpPr txBox="1">
            <a:spLocks noGrp="1"/>
          </p:cNvSpPr>
          <p:nvPr>
            <p:ph type="subTitle" idx="3"/>
          </p:nvPr>
        </p:nvSpPr>
        <p:spPr>
          <a:xfrm>
            <a:off x="6448975" y="3520475"/>
            <a:ext cx="1981800" cy="10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5" name="Google Shape;1115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25"/>
          <p:cNvSpPr txBox="1">
            <a:spLocks noGrp="1"/>
          </p:cNvSpPr>
          <p:nvPr>
            <p:ph type="subTitle" idx="4"/>
          </p:nvPr>
        </p:nvSpPr>
        <p:spPr>
          <a:xfrm>
            <a:off x="720000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7" name="Google Shape;1117;p25"/>
          <p:cNvSpPr txBox="1">
            <a:spLocks noGrp="1"/>
          </p:cNvSpPr>
          <p:nvPr>
            <p:ph type="subTitle" idx="5"/>
          </p:nvPr>
        </p:nvSpPr>
        <p:spPr>
          <a:xfrm>
            <a:off x="3584483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8" name="Google Shape;1118;p25"/>
          <p:cNvSpPr txBox="1">
            <a:spLocks noGrp="1"/>
          </p:cNvSpPr>
          <p:nvPr>
            <p:ph type="subTitle" idx="6"/>
          </p:nvPr>
        </p:nvSpPr>
        <p:spPr>
          <a:xfrm>
            <a:off x="6448972" y="3194375"/>
            <a:ext cx="19818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19" name="Google Shape;1119;p25"/>
          <p:cNvSpPr>
            <a:spLocks noGrp="1"/>
          </p:cNvSpPr>
          <p:nvPr>
            <p:ph type="pic" idx="7"/>
          </p:nvPr>
        </p:nvSpPr>
        <p:spPr>
          <a:xfrm>
            <a:off x="72000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0" name="Google Shape;1120;p25"/>
          <p:cNvSpPr>
            <a:spLocks noGrp="1"/>
          </p:cNvSpPr>
          <p:nvPr>
            <p:ph type="pic" idx="8"/>
          </p:nvPr>
        </p:nvSpPr>
        <p:spPr>
          <a:xfrm>
            <a:off x="3584475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121" name="Google Shape;1121;p25"/>
          <p:cNvSpPr>
            <a:spLocks noGrp="1"/>
          </p:cNvSpPr>
          <p:nvPr>
            <p:ph type="pic" idx="9"/>
          </p:nvPr>
        </p:nvSpPr>
        <p:spPr>
          <a:xfrm>
            <a:off x="6448950" y="1236800"/>
            <a:ext cx="1981800" cy="1662300"/>
          </a:xfrm>
          <a:prstGeom prst="snip1Rect">
            <a:avLst>
              <a:gd name="adj" fmla="val 16667"/>
            </a:avLst>
          </a:prstGeom>
          <a:noFill/>
          <a:ln>
            <a:noFill/>
          </a:ln>
        </p:spPr>
      </p:sp>
      <p:grpSp>
        <p:nvGrpSpPr>
          <p:cNvPr id="1122" name="Google Shape;1122;p25"/>
          <p:cNvGrpSpPr/>
          <p:nvPr/>
        </p:nvGrpSpPr>
        <p:grpSpPr>
          <a:xfrm>
            <a:off x="-928041" y="3925887"/>
            <a:ext cx="2833357" cy="1517787"/>
            <a:chOff x="-623241" y="3849687"/>
            <a:chExt cx="2833357" cy="1517787"/>
          </a:xfrm>
        </p:grpSpPr>
        <p:grpSp>
          <p:nvGrpSpPr>
            <p:cNvPr id="1123" name="Google Shape;1123;p25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124" name="Google Shape;1124;p25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5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5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5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28" name="Google Shape;1128;p25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129" name="Google Shape;1129;p25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30" name="Google Shape;1130;p25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1" name="Google Shape;1131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2" name="Google Shape;1132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33" name="Google Shape;1133;p25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134" name="Google Shape;1134;p2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35" name="Google Shape;1135;p2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136" name="Google Shape;1136;p25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7" name="Google Shape;1137;p25"/>
          <p:cNvGrpSpPr/>
          <p:nvPr/>
        </p:nvGrpSpPr>
        <p:grpSpPr>
          <a:xfrm>
            <a:off x="6400125" y="-1754449"/>
            <a:ext cx="4189199" cy="3065874"/>
            <a:chOff x="6171525" y="-1678249"/>
            <a:chExt cx="4189199" cy="3065874"/>
          </a:xfrm>
        </p:grpSpPr>
        <p:sp>
          <p:nvSpPr>
            <p:cNvPr id="1138" name="Google Shape;1138;p25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139" name="Google Shape;1139;p25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25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25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142" name="Google Shape;1142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9" name="Google Shape;1149;p25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150" name="Google Shape;1150;p25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25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25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25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25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25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25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57" name="Google Shape;1157;p25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158" name="Google Shape;1158;p25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25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0" name="Google Shape;1160;p25"/>
          <p:cNvGrpSpPr/>
          <p:nvPr/>
        </p:nvGrpSpPr>
        <p:grpSpPr>
          <a:xfrm rot="10800000">
            <a:off x="4995775" y="180626"/>
            <a:ext cx="4558967" cy="134100"/>
            <a:chOff x="796100" y="3019701"/>
            <a:chExt cx="4558967" cy="134100"/>
          </a:xfrm>
        </p:grpSpPr>
        <p:sp>
          <p:nvSpPr>
            <p:cNvPr id="1161" name="Google Shape;1161;p25"/>
            <p:cNvSpPr/>
            <p:nvPr/>
          </p:nvSpPr>
          <p:spPr>
            <a:xfrm>
              <a:off x="5220967" y="3019701"/>
              <a:ext cx="134100" cy="1341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62" name="Google Shape;1162;p25"/>
            <p:cNvCxnSpPr/>
            <p:nvPr/>
          </p:nvCxnSpPr>
          <p:spPr>
            <a:xfrm>
              <a:off x="796100" y="3086750"/>
              <a:ext cx="44628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63" name="Google Shape;1163;p25"/>
            <p:cNvSpPr/>
            <p:nvPr/>
          </p:nvSpPr>
          <p:spPr>
            <a:xfrm>
              <a:off x="5251079" y="3049843"/>
              <a:ext cx="73800" cy="73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6" name="Google Shape;1166;p26"/>
          <p:cNvSpPr txBox="1">
            <a:spLocks noGrp="1"/>
          </p:cNvSpPr>
          <p:nvPr>
            <p:ph type="subTitle" idx="1"/>
          </p:nvPr>
        </p:nvSpPr>
        <p:spPr>
          <a:xfrm>
            <a:off x="1804750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7" name="Google Shape;1167;p26"/>
          <p:cNvSpPr txBox="1">
            <a:spLocks noGrp="1"/>
          </p:cNvSpPr>
          <p:nvPr>
            <p:ph type="subTitle" idx="2"/>
          </p:nvPr>
        </p:nvSpPr>
        <p:spPr>
          <a:xfrm>
            <a:off x="5237152" y="1935218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8" name="Google Shape;1168;p26"/>
          <p:cNvSpPr txBox="1">
            <a:spLocks noGrp="1"/>
          </p:cNvSpPr>
          <p:nvPr>
            <p:ph type="subTitle" idx="3"/>
          </p:nvPr>
        </p:nvSpPr>
        <p:spPr>
          <a:xfrm>
            <a:off x="1804750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9" name="Google Shape;1169;p26"/>
          <p:cNvSpPr txBox="1">
            <a:spLocks noGrp="1"/>
          </p:cNvSpPr>
          <p:nvPr>
            <p:ph type="subTitle" idx="4"/>
          </p:nvPr>
        </p:nvSpPr>
        <p:spPr>
          <a:xfrm>
            <a:off x="5237152" y="3561374"/>
            <a:ext cx="21021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0" name="Google Shape;1170;p26"/>
          <p:cNvSpPr txBox="1">
            <a:spLocks noGrp="1"/>
          </p:cNvSpPr>
          <p:nvPr>
            <p:ph type="subTitle" idx="5"/>
          </p:nvPr>
        </p:nvSpPr>
        <p:spPr>
          <a:xfrm>
            <a:off x="18047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1" name="Google Shape;1171;p26"/>
          <p:cNvSpPr txBox="1">
            <a:spLocks noGrp="1"/>
          </p:cNvSpPr>
          <p:nvPr>
            <p:ph type="subTitle" idx="6"/>
          </p:nvPr>
        </p:nvSpPr>
        <p:spPr>
          <a:xfrm>
            <a:off x="5237150" y="1605775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2" name="Google Shape;1172;p26"/>
          <p:cNvSpPr txBox="1">
            <a:spLocks noGrp="1"/>
          </p:cNvSpPr>
          <p:nvPr>
            <p:ph type="subTitle" idx="7"/>
          </p:nvPr>
        </p:nvSpPr>
        <p:spPr>
          <a:xfrm>
            <a:off x="18047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73" name="Google Shape;1173;p26"/>
          <p:cNvSpPr txBox="1">
            <a:spLocks noGrp="1"/>
          </p:cNvSpPr>
          <p:nvPr>
            <p:ph type="subTitle" idx="8"/>
          </p:nvPr>
        </p:nvSpPr>
        <p:spPr>
          <a:xfrm>
            <a:off x="5237150" y="3231981"/>
            <a:ext cx="2102100" cy="40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174" name="Google Shape;1174;p26"/>
          <p:cNvGrpSpPr/>
          <p:nvPr/>
        </p:nvGrpSpPr>
        <p:grpSpPr>
          <a:xfrm>
            <a:off x="-2902027" y="1271890"/>
            <a:ext cx="6191222" cy="6191222"/>
            <a:chOff x="-2825827" y="1271890"/>
            <a:chExt cx="6191222" cy="6191222"/>
          </a:xfrm>
        </p:grpSpPr>
        <p:pic>
          <p:nvPicPr>
            <p:cNvPr id="1175" name="Google Shape;1175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-680950" y="38667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6" name="Google Shape;1176;p26"/>
            <p:cNvGrpSpPr/>
            <p:nvPr/>
          </p:nvGrpSpPr>
          <p:grpSpPr>
            <a:xfrm>
              <a:off x="-2825827" y="1271890"/>
              <a:ext cx="6191222" cy="6191222"/>
              <a:chOff x="-2825827" y="1271890"/>
              <a:chExt cx="6191222" cy="6191222"/>
            </a:xfrm>
          </p:grpSpPr>
          <p:sp>
            <p:nvSpPr>
              <p:cNvPr id="1177" name="Google Shape;1177;p26"/>
              <p:cNvSpPr/>
              <p:nvPr/>
            </p:nvSpPr>
            <p:spPr>
              <a:xfrm rot="2700000" flipH="1">
                <a:off x="-1733384" y="1992813"/>
                <a:ext cx="4006334" cy="4749375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40000">
                    <a:srgbClr val="FF9900">
                      <a:alpha val="4078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 rot="2700000" flipH="1">
                <a:off x="-1192832" y="2500186"/>
                <a:ext cx="2925242" cy="3057723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79" name="Google Shape;1179;p26"/>
              <p:cNvGrpSpPr/>
              <p:nvPr/>
            </p:nvGrpSpPr>
            <p:grpSpPr>
              <a:xfrm rot="10800000">
                <a:off x="384881" y="3042905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0" name="Google Shape;1180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1" name="Google Shape;1181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2" name="Google Shape;1182;p26"/>
              <p:cNvGrpSpPr/>
              <p:nvPr/>
            </p:nvGrpSpPr>
            <p:grpSpPr>
              <a:xfrm rot="10800000">
                <a:off x="146106" y="3710980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83" name="Google Shape;1183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4" name="Google Shape;1184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85" name="Google Shape;1185;p26"/>
              <p:cNvGrpSpPr/>
              <p:nvPr/>
            </p:nvGrpSpPr>
            <p:grpSpPr>
              <a:xfrm>
                <a:off x="-102297" y="3780153"/>
                <a:ext cx="939901" cy="2449421"/>
                <a:chOff x="-102297" y="3780153"/>
                <a:chExt cx="939901" cy="2449421"/>
              </a:xfrm>
            </p:grpSpPr>
            <p:sp>
              <p:nvSpPr>
                <p:cNvPr id="1186" name="Google Shape;1186;p26"/>
                <p:cNvSpPr/>
                <p:nvPr/>
              </p:nvSpPr>
              <p:spPr>
                <a:xfrm rot="10800000">
                  <a:off x="260154" y="4254866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87" name="Google Shape;1187;p26"/>
                <p:cNvSpPr/>
                <p:nvPr/>
              </p:nvSpPr>
              <p:spPr>
                <a:xfrm rot="10800000">
                  <a:off x="-102297" y="3780153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88" name="Google Shape;1188;p26"/>
                <p:cNvGrpSpPr/>
                <p:nvPr/>
              </p:nvGrpSpPr>
              <p:grpSpPr>
                <a:xfrm rot="10800000">
                  <a:off x="532825" y="5492502"/>
                  <a:ext cx="134004" cy="134004"/>
                  <a:chOff x="8356813" y="1074288"/>
                  <a:chExt cx="351900" cy="351900"/>
                </a:xfrm>
              </p:grpSpPr>
              <p:sp>
                <p:nvSpPr>
                  <p:cNvPr id="1189" name="Google Shape;1189;p26"/>
                  <p:cNvSpPr/>
                  <p:nvPr/>
                </p:nvSpPr>
                <p:spPr>
                  <a:xfrm>
                    <a:off x="8356813" y="1074288"/>
                    <a:ext cx="351900" cy="351900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accen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90" name="Google Shape;1190;p26"/>
                  <p:cNvSpPr/>
                  <p:nvPr/>
                </p:nvSpPr>
                <p:spPr>
                  <a:xfrm>
                    <a:off x="8406497" y="1123972"/>
                    <a:ext cx="252600" cy="2526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0"/>
                        </a:srgbClr>
                      </a:gs>
                    </a:gsLst>
                    <a:path path="circle">
                      <a:fillToRect l="50000" t="50000" r="50000" b="50000"/>
                    </a:path>
                    <a:tileRect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grpSp>
        <p:nvGrpSpPr>
          <p:cNvPr id="1191" name="Google Shape;1191;p26"/>
          <p:cNvGrpSpPr/>
          <p:nvPr/>
        </p:nvGrpSpPr>
        <p:grpSpPr>
          <a:xfrm>
            <a:off x="5650173" y="-1036475"/>
            <a:ext cx="6191222" cy="6865137"/>
            <a:chOff x="5497773" y="-1036475"/>
            <a:chExt cx="6191222" cy="6865137"/>
          </a:xfrm>
        </p:grpSpPr>
        <p:grpSp>
          <p:nvGrpSpPr>
            <p:cNvPr id="1192" name="Google Shape;1192;p26"/>
            <p:cNvGrpSpPr/>
            <p:nvPr/>
          </p:nvGrpSpPr>
          <p:grpSpPr>
            <a:xfrm>
              <a:off x="5497773" y="-362560"/>
              <a:ext cx="6191222" cy="6191222"/>
              <a:chOff x="5584373" y="-362560"/>
              <a:chExt cx="6191222" cy="6191222"/>
            </a:xfrm>
          </p:grpSpPr>
          <p:grpSp>
            <p:nvGrpSpPr>
              <p:cNvPr id="1193" name="Google Shape;1193;p26"/>
              <p:cNvGrpSpPr/>
              <p:nvPr/>
            </p:nvGrpSpPr>
            <p:grpSpPr>
              <a:xfrm>
                <a:off x="5584373" y="-362560"/>
                <a:ext cx="6191222" cy="6191222"/>
                <a:chOff x="5443673" y="-405860"/>
                <a:chExt cx="6191222" cy="6191222"/>
              </a:xfrm>
            </p:grpSpPr>
            <p:sp>
              <p:nvSpPr>
                <p:cNvPr id="1194" name="Google Shape;1194;p26"/>
                <p:cNvSpPr/>
                <p:nvPr/>
              </p:nvSpPr>
              <p:spPr>
                <a:xfrm rot="-8100000" flipH="1">
                  <a:off x="6536116" y="315063"/>
                  <a:ext cx="4006334" cy="474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8" h="115794" extrusionOk="0">
                      <a:moveTo>
                        <a:pt x="97449" y="0"/>
                      </a:moveTo>
                      <a:lnTo>
                        <a:pt x="76805" y="20645"/>
                      </a:lnTo>
                      <a:lnTo>
                        <a:pt x="76744" y="20691"/>
                      </a:lnTo>
                      <a:lnTo>
                        <a:pt x="76744" y="35927"/>
                      </a:lnTo>
                      <a:lnTo>
                        <a:pt x="63107" y="49563"/>
                      </a:lnTo>
                      <a:lnTo>
                        <a:pt x="63077" y="49608"/>
                      </a:lnTo>
                      <a:lnTo>
                        <a:pt x="63077" y="56571"/>
                      </a:lnTo>
                      <a:lnTo>
                        <a:pt x="61005" y="58659"/>
                      </a:lnTo>
                      <a:lnTo>
                        <a:pt x="61005" y="62407"/>
                      </a:lnTo>
                      <a:lnTo>
                        <a:pt x="52473" y="70939"/>
                      </a:lnTo>
                      <a:lnTo>
                        <a:pt x="52412" y="70969"/>
                      </a:lnTo>
                      <a:lnTo>
                        <a:pt x="52412" y="78541"/>
                      </a:lnTo>
                      <a:lnTo>
                        <a:pt x="46912" y="84057"/>
                      </a:lnTo>
                      <a:lnTo>
                        <a:pt x="46912" y="89633"/>
                      </a:lnTo>
                      <a:lnTo>
                        <a:pt x="33123" y="103406"/>
                      </a:lnTo>
                      <a:lnTo>
                        <a:pt x="12174" y="103406"/>
                      </a:lnTo>
                      <a:lnTo>
                        <a:pt x="0" y="115565"/>
                      </a:lnTo>
                      <a:lnTo>
                        <a:pt x="229" y="115793"/>
                      </a:lnTo>
                      <a:lnTo>
                        <a:pt x="12280" y="103711"/>
                      </a:lnTo>
                      <a:lnTo>
                        <a:pt x="33245" y="103711"/>
                      </a:lnTo>
                      <a:lnTo>
                        <a:pt x="47155" y="89801"/>
                      </a:lnTo>
                      <a:lnTo>
                        <a:pt x="47216" y="89770"/>
                      </a:lnTo>
                      <a:lnTo>
                        <a:pt x="47216" y="84179"/>
                      </a:lnTo>
                      <a:lnTo>
                        <a:pt x="52732" y="78663"/>
                      </a:lnTo>
                      <a:lnTo>
                        <a:pt x="52732" y="71106"/>
                      </a:lnTo>
                      <a:lnTo>
                        <a:pt x="61264" y="62574"/>
                      </a:lnTo>
                      <a:lnTo>
                        <a:pt x="61310" y="62513"/>
                      </a:lnTo>
                      <a:lnTo>
                        <a:pt x="61310" y="58780"/>
                      </a:lnTo>
                      <a:lnTo>
                        <a:pt x="63382" y="56708"/>
                      </a:lnTo>
                      <a:lnTo>
                        <a:pt x="63382" y="49730"/>
                      </a:lnTo>
                      <a:lnTo>
                        <a:pt x="77018" y="36109"/>
                      </a:lnTo>
                      <a:lnTo>
                        <a:pt x="77048" y="36064"/>
                      </a:lnTo>
                      <a:lnTo>
                        <a:pt x="77048" y="20828"/>
                      </a:lnTo>
                      <a:lnTo>
                        <a:pt x="97678" y="198"/>
                      </a:lnTo>
                      <a:lnTo>
                        <a:pt x="97449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5" name="Google Shape;1195;p26"/>
                <p:cNvSpPr/>
                <p:nvPr/>
              </p:nvSpPr>
              <p:spPr>
                <a:xfrm rot="-8100000" flipH="1">
                  <a:off x="7076657" y="1499343"/>
                  <a:ext cx="2925242" cy="30577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320" h="74550" extrusionOk="0">
                      <a:moveTo>
                        <a:pt x="71091" y="0"/>
                      </a:moveTo>
                      <a:lnTo>
                        <a:pt x="59679" y="11397"/>
                      </a:lnTo>
                      <a:lnTo>
                        <a:pt x="54895" y="11397"/>
                      </a:lnTo>
                      <a:lnTo>
                        <a:pt x="41015" y="25307"/>
                      </a:lnTo>
                      <a:lnTo>
                        <a:pt x="40954" y="25337"/>
                      </a:lnTo>
                      <a:lnTo>
                        <a:pt x="40954" y="42325"/>
                      </a:lnTo>
                      <a:lnTo>
                        <a:pt x="31767" y="51528"/>
                      </a:lnTo>
                      <a:lnTo>
                        <a:pt x="31721" y="51574"/>
                      </a:lnTo>
                      <a:lnTo>
                        <a:pt x="31721" y="59237"/>
                      </a:lnTo>
                      <a:lnTo>
                        <a:pt x="22824" y="68135"/>
                      </a:lnTo>
                      <a:lnTo>
                        <a:pt x="6186" y="68135"/>
                      </a:lnTo>
                      <a:lnTo>
                        <a:pt x="0" y="74321"/>
                      </a:lnTo>
                      <a:lnTo>
                        <a:pt x="229" y="74549"/>
                      </a:lnTo>
                      <a:lnTo>
                        <a:pt x="6323" y="68455"/>
                      </a:lnTo>
                      <a:lnTo>
                        <a:pt x="22945" y="68455"/>
                      </a:lnTo>
                      <a:lnTo>
                        <a:pt x="31980" y="59420"/>
                      </a:lnTo>
                      <a:lnTo>
                        <a:pt x="32026" y="59374"/>
                      </a:lnTo>
                      <a:lnTo>
                        <a:pt x="32026" y="51695"/>
                      </a:lnTo>
                      <a:lnTo>
                        <a:pt x="41229" y="42508"/>
                      </a:lnTo>
                      <a:lnTo>
                        <a:pt x="41259" y="42463"/>
                      </a:lnTo>
                      <a:lnTo>
                        <a:pt x="41259" y="25475"/>
                      </a:lnTo>
                      <a:lnTo>
                        <a:pt x="55032" y="11732"/>
                      </a:lnTo>
                      <a:lnTo>
                        <a:pt x="59786" y="11732"/>
                      </a:lnTo>
                      <a:lnTo>
                        <a:pt x="71320" y="213"/>
                      </a:lnTo>
                      <a:lnTo>
                        <a:pt x="71091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6" name="Google Shape;1196;p26"/>
                <p:cNvSpPr/>
                <p:nvPr/>
              </p:nvSpPr>
              <p:spPr>
                <a:xfrm>
                  <a:off x="8301511" y="-335348"/>
                  <a:ext cx="577450" cy="19747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79" h="48146" extrusionOk="0">
                      <a:moveTo>
                        <a:pt x="13866" y="0"/>
                      </a:moveTo>
                      <a:lnTo>
                        <a:pt x="5867" y="7999"/>
                      </a:lnTo>
                      <a:lnTo>
                        <a:pt x="5836" y="8045"/>
                      </a:lnTo>
                      <a:lnTo>
                        <a:pt x="5836" y="31737"/>
                      </a:lnTo>
                      <a:lnTo>
                        <a:pt x="1" y="37541"/>
                      </a:lnTo>
                      <a:lnTo>
                        <a:pt x="1" y="48146"/>
                      </a:lnTo>
                      <a:lnTo>
                        <a:pt x="306" y="48146"/>
                      </a:lnTo>
                      <a:lnTo>
                        <a:pt x="306" y="37679"/>
                      </a:lnTo>
                      <a:lnTo>
                        <a:pt x="6141" y="31874"/>
                      </a:lnTo>
                      <a:lnTo>
                        <a:pt x="6141" y="8167"/>
                      </a:lnTo>
                      <a:lnTo>
                        <a:pt x="14079" y="229"/>
                      </a:lnTo>
                      <a:lnTo>
                        <a:pt x="13866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97" name="Google Shape;1197;p26"/>
                <p:cNvSpPr/>
                <p:nvPr/>
              </p:nvSpPr>
              <p:spPr>
                <a:xfrm>
                  <a:off x="8554000" y="27076"/>
                  <a:ext cx="687411" cy="20869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60" h="43180" extrusionOk="0">
                      <a:moveTo>
                        <a:pt x="16531" y="1"/>
                      </a:moveTo>
                      <a:lnTo>
                        <a:pt x="4403" y="12159"/>
                      </a:lnTo>
                      <a:lnTo>
                        <a:pt x="4342" y="12190"/>
                      </a:lnTo>
                      <a:lnTo>
                        <a:pt x="4342" y="25734"/>
                      </a:lnTo>
                      <a:lnTo>
                        <a:pt x="0" y="30077"/>
                      </a:lnTo>
                      <a:lnTo>
                        <a:pt x="8746" y="38822"/>
                      </a:lnTo>
                      <a:lnTo>
                        <a:pt x="8746" y="43180"/>
                      </a:lnTo>
                      <a:lnTo>
                        <a:pt x="9066" y="43180"/>
                      </a:lnTo>
                      <a:lnTo>
                        <a:pt x="9066" y="38700"/>
                      </a:lnTo>
                      <a:lnTo>
                        <a:pt x="442" y="30077"/>
                      </a:lnTo>
                      <a:lnTo>
                        <a:pt x="4662" y="25872"/>
                      </a:lnTo>
                      <a:lnTo>
                        <a:pt x="4662" y="12327"/>
                      </a:lnTo>
                      <a:lnTo>
                        <a:pt x="16760" y="230"/>
                      </a:lnTo>
                      <a:lnTo>
                        <a:pt x="16531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98" name="Google Shape;1198;p26"/>
              <p:cNvGrpSpPr/>
              <p:nvPr/>
            </p:nvGrpSpPr>
            <p:grpSpPr>
              <a:xfrm>
                <a:off x="8430786" y="3923547"/>
                <a:ext cx="134100" cy="134100"/>
                <a:chOff x="-1999139" y="3143772"/>
                <a:chExt cx="134100" cy="134100"/>
              </a:xfrm>
            </p:grpSpPr>
            <p:sp>
              <p:nvSpPr>
                <p:cNvPr id="1199" name="Google Shape;1199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0" name="Google Shape;1200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1" name="Google Shape;1201;p26"/>
              <p:cNvGrpSpPr/>
              <p:nvPr/>
            </p:nvGrpSpPr>
            <p:grpSpPr>
              <a:xfrm>
                <a:off x="8669561" y="3255472"/>
                <a:ext cx="134100" cy="134100"/>
                <a:chOff x="-1999139" y="3143772"/>
                <a:chExt cx="134100" cy="134100"/>
              </a:xfrm>
            </p:grpSpPr>
            <p:sp>
              <p:nvSpPr>
                <p:cNvPr id="1202" name="Google Shape;1202;p26"/>
                <p:cNvSpPr/>
                <p:nvPr/>
              </p:nvSpPr>
              <p:spPr>
                <a:xfrm>
                  <a:off x="-1999139" y="3143772"/>
                  <a:ext cx="134100" cy="1341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3" name="Google Shape;1203;p26"/>
                <p:cNvSpPr/>
                <p:nvPr/>
              </p:nvSpPr>
              <p:spPr>
                <a:xfrm>
                  <a:off x="-1980219" y="3162691"/>
                  <a:ext cx="96300" cy="96300"/>
                </a:xfrm>
                <a:prstGeom prst="ellipse">
                  <a:avLst/>
                </a:prstGeom>
                <a:gradFill>
                  <a:gsLst>
                    <a:gs pos="0">
                      <a:schemeClr val="dk2"/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54007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04" name="Google Shape;1204;p26"/>
              <p:cNvGrpSpPr/>
              <p:nvPr/>
            </p:nvGrpSpPr>
            <p:grpSpPr>
              <a:xfrm>
                <a:off x="8612986" y="311022"/>
                <a:ext cx="134004" cy="134004"/>
                <a:chOff x="8356813" y="1074288"/>
                <a:chExt cx="351900" cy="351900"/>
              </a:xfrm>
            </p:grpSpPr>
            <p:sp>
              <p:nvSpPr>
                <p:cNvPr id="1205" name="Google Shape;1205;p26"/>
                <p:cNvSpPr/>
                <p:nvPr/>
              </p:nvSpPr>
              <p:spPr>
                <a:xfrm>
                  <a:off x="8356813" y="1074288"/>
                  <a:ext cx="351900" cy="351900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06" name="Google Shape;1206;p26"/>
                <p:cNvSpPr/>
                <p:nvPr/>
              </p:nvSpPr>
              <p:spPr>
                <a:xfrm>
                  <a:off x="8406497" y="1123972"/>
                  <a:ext cx="252600" cy="252600"/>
                </a:xfrm>
                <a:prstGeom prst="ellipse">
                  <a:avLst/>
                </a:pr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pic>
          <p:nvPicPr>
            <p:cNvPr id="1207" name="Google Shape;1207;p26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929350" y="-103647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8" name="Google Shape;1208;p26"/>
          <p:cNvGrpSpPr/>
          <p:nvPr/>
        </p:nvGrpSpPr>
        <p:grpSpPr>
          <a:xfrm>
            <a:off x="3983988" y="4933175"/>
            <a:ext cx="667916" cy="439200"/>
            <a:chOff x="3983988" y="4933175"/>
            <a:chExt cx="667916" cy="439200"/>
          </a:xfrm>
        </p:grpSpPr>
        <p:grpSp>
          <p:nvGrpSpPr>
            <p:cNvPr id="1209" name="Google Shape;1209;p26"/>
            <p:cNvGrpSpPr/>
            <p:nvPr/>
          </p:nvGrpSpPr>
          <p:grpSpPr>
            <a:xfrm rot="5400000">
              <a:off x="3983938" y="4933225"/>
              <a:ext cx="439200" cy="439100"/>
              <a:chOff x="1101075" y="2142375"/>
              <a:chExt cx="439200" cy="439100"/>
            </a:xfrm>
          </p:grpSpPr>
          <p:sp>
            <p:nvSpPr>
              <p:cNvPr id="1210" name="Google Shape;1210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12" name="Google Shape;1212;p26"/>
            <p:cNvGrpSpPr/>
            <p:nvPr/>
          </p:nvGrpSpPr>
          <p:grpSpPr>
            <a:xfrm rot="5400000">
              <a:off x="4423062" y="5038369"/>
              <a:ext cx="228867" cy="228815"/>
              <a:chOff x="1101075" y="2142375"/>
              <a:chExt cx="439200" cy="439100"/>
            </a:xfrm>
          </p:grpSpPr>
          <p:sp>
            <p:nvSpPr>
              <p:cNvPr id="1213" name="Google Shape;1213;p26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avLst/>
                <a:gdLst/>
                <a:ahLst/>
                <a:cxnLst/>
                <a:rect l="l" t="t" r="r" b="b"/>
                <a:pathLst>
                  <a:path w="17568" h="17564" extrusionOk="0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Google Shape;1214;p26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avLst/>
                <a:gdLst/>
                <a:ahLst/>
                <a:cxnLst/>
                <a:rect l="l" t="t" r="r" b="b"/>
                <a:pathLst>
                  <a:path w="10514" h="9588" extrusionOk="0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2000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17" name="Google Shape;1217;p27"/>
          <p:cNvSpPr txBox="1">
            <a:spLocks noGrp="1"/>
          </p:cNvSpPr>
          <p:nvPr>
            <p:ph type="subTitle" idx="1"/>
          </p:nvPr>
        </p:nvSpPr>
        <p:spPr>
          <a:xfrm>
            <a:off x="720000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8" name="Google Shape;1218;p27"/>
          <p:cNvSpPr txBox="1">
            <a:spLocks noGrp="1"/>
          </p:cNvSpPr>
          <p:nvPr>
            <p:ph type="subTitle" idx="2"/>
          </p:nvPr>
        </p:nvSpPr>
        <p:spPr>
          <a:xfrm>
            <a:off x="3469872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9" name="Google Shape;1219;p27"/>
          <p:cNvSpPr txBox="1">
            <a:spLocks noGrp="1"/>
          </p:cNvSpPr>
          <p:nvPr>
            <p:ph type="subTitle" idx="3"/>
          </p:nvPr>
        </p:nvSpPr>
        <p:spPr>
          <a:xfrm>
            <a:off x="720000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0" name="Google Shape;1220;p27"/>
          <p:cNvSpPr txBox="1">
            <a:spLocks noGrp="1"/>
          </p:cNvSpPr>
          <p:nvPr>
            <p:ph type="subTitle" idx="4"/>
          </p:nvPr>
        </p:nvSpPr>
        <p:spPr>
          <a:xfrm>
            <a:off x="3469872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1" name="Google Shape;1221;p27"/>
          <p:cNvSpPr txBox="1">
            <a:spLocks noGrp="1"/>
          </p:cNvSpPr>
          <p:nvPr>
            <p:ph type="subTitle" idx="5"/>
          </p:nvPr>
        </p:nvSpPr>
        <p:spPr>
          <a:xfrm>
            <a:off x="6219751" y="2113784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2" name="Google Shape;1222;p27"/>
          <p:cNvSpPr txBox="1">
            <a:spLocks noGrp="1"/>
          </p:cNvSpPr>
          <p:nvPr>
            <p:ph type="subTitle" idx="6"/>
          </p:nvPr>
        </p:nvSpPr>
        <p:spPr>
          <a:xfrm>
            <a:off x="6219751" y="3859222"/>
            <a:ext cx="220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3" name="Google Shape;1223;p27"/>
          <p:cNvSpPr txBox="1">
            <a:spLocks noGrp="1"/>
          </p:cNvSpPr>
          <p:nvPr>
            <p:ph type="subTitle" idx="7"/>
          </p:nvPr>
        </p:nvSpPr>
        <p:spPr>
          <a:xfrm>
            <a:off x="720000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4" name="Google Shape;1224;p27"/>
          <p:cNvSpPr txBox="1">
            <a:spLocks noGrp="1"/>
          </p:cNvSpPr>
          <p:nvPr>
            <p:ph type="subTitle" idx="8"/>
          </p:nvPr>
        </p:nvSpPr>
        <p:spPr>
          <a:xfrm>
            <a:off x="3469873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5" name="Google Shape;1225;p27"/>
          <p:cNvSpPr txBox="1">
            <a:spLocks noGrp="1"/>
          </p:cNvSpPr>
          <p:nvPr>
            <p:ph type="subTitle" idx="9"/>
          </p:nvPr>
        </p:nvSpPr>
        <p:spPr>
          <a:xfrm>
            <a:off x="720000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6" name="Google Shape;1226;p27"/>
          <p:cNvSpPr txBox="1">
            <a:spLocks noGrp="1"/>
          </p:cNvSpPr>
          <p:nvPr>
            <p:ph type="subTitle" idx="13"/>
          </p:nvPr>
        </p:nvSpPr>
        <p:spPr>
          <a:xfrm>
            <a:off x="3469873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7" name="Google Shape;1227;p27"/>
          <p:cNvSpPr txBox="1">
            <a:spLocks noGrp="1"/>
          </p:cNvSpPr>
          <p:nvPr>
            <p:ph type="subTitle" idx="14"/>
          </p:nvPr>
        </p:nvSpPr>
        <p:spPr>
          <a:xfrm>
            <a:off x="6219752" y="1787675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28" name="Google Shape;1228;p27"/>
          <p:cNvSpPr txBox="1">
            <a:spLocks noGrp="1"/>
          </p:cNvSpPr>
          <p:nvPr>
            <p:ph type="subTitle" idx="15"/>
          </p:nvPr>
        </p:nvSpPr>
        <p:spPr>
          <a:xfrm>
            <a:off x="6219752" y="3533123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000" b="1"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IBM Plex Mono"/>
              <a:buNone/>
              <a:defRPr sz="2400" b="1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grpSp>
        <p:nvGrpSpPr>
          <p:cNvPr id="1229" name="Google Shape;1229;p27"/>
          <p:cNvGrpSpPr/>
          <p:nvPr/>
        </p:nvGrpSpPr>
        <p:grpSpPr>
          <a:xfrm>
            <a:off x="6102850" y="-1735180"/>
            <a:ext cx="4625025" cy="4171657"/>
            <a:chOff x="6026650" y="-1658980"/>
            <a:chExt cx="4625025" cy="4171657"/>
          </a:xfrm>
        </p:grpSpPr>
        <p:pic>
          <p:nvPicPr>
            <p:cNvPr id="1230" name="Google Shape;1230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7361325" y="-5966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31" name="Google Shape;1231;p27"/>
            <p:cNvGrpSpPr/>
            <p:nvPr/>
          </p:nvGrpSpPr>
          <p:grpSpPr>
            <a:xfrm rot="-2700000" flipH="1">
              <a:off x="7289785" y="-1246897"/>
              <a:ext cx="2552124" cy="3347490"/>
              <a:chOff x="2976325" y="908175"/>
              <a:chExt cx="4028179" cy="5283555"/>
            </a:xfrm>
          </p:grpSpPr>
          <p:sp>
            <p:nvSpPr>
              <p:cNvPr id="1232" name="Google Shape;1232;p27"/>
              <p:cNvSpPr/>
              <p:nvPr/>
            </p:nvSpPr>
            <p:spPr>
              <a:xfrm>
                <a:off x="2976325" y="930036"/>
                <a:ext cx="4006263" cy="4749291"/>
              </a:xfrm>
              <a:custGeom>
                <a:avLst/>
                <a:gdLst/>
                <a:ahLst/>
                <a:cxnLst/>
                <a:rect l="l" t="t" r="r" b="b"/>
                <a:pathLst>
                  <a:path w="97678" h="115794" extrusionOk="0">
                    <a:moveTo>
                      <a:pt x="97449" y="0"/>
                    </a:moveTo>
                    <a:lnTo>
                      <a:pt x="76805" y="20645"/>
                    </a:lnTo>
                    <a:lnTo>
                      <a:pt x="76744" y="20691"/>
                    </a:lnTo>
                    <a:lnTo>
                      <a:pt x="76744" y="35927"/>
                    </a:lnTo>
                    <a:lnTo>
                      <a:pt x="63107" y="49563"/>
                    </a:lnTo>
                    <a:lnTo>
                      <a:pt x="63077" y="49608"/>
                    </a:lnTo>
                    <a:lnTo>
                      <a:pt x="63077" y="56571"/>
                    </a:lnTo>
                    <a:lnTo>
                      <a:pt x="61005" y="58659"/>
                    </a:lnTo>
                    <a:lnTo>
                      <a:pt x="61005" y="62407"/>
                    </a:lnTo>
                    <a:lnTo>
                      <a:pt x="52473" y="70939"/>
                    </a:lnTo>
                    <a:lnTo>
                      <a:pt x="52412" y="70969"/>
                    </a:lnTo>
                    <a:lnTo>
                      <a:pt x="52412" y="78541"/>
                    </a:lnTo>
                    <a:lnTo>
                      <a:pt x="46912" y="84057"/>
                    </a:lnTo>
                    <a:lnTo>
                      <a:pt x="46912" y="89633"/>
                    </a:lnTo>
                    <a:lnTo>
                      <a:pt x="33123" y="103406"/>
                    </a:lnTo>
                    <a:lnTo>
                      <a:pt x="12174" y="103406"/>
                    </a:lnTo>
                    <a:lnTo>
                      <a:pt x="0" y="115565"/>
                    </a:lnTo>
                    <a:lnTo>
                      <a:pt x="229" y="115793"/>
                    </a:lnTo>
                    <a:lnTo>
                      <a:pt x="12280" y="103711"/>
                    </a:lnTo>
                    <a:lnTo>
                      <a:pt x="33245" y="103711"/>
                    </a:lnTo>
                    <a:lnTo>
                      <a:pt x="47155" y="89801"/>
                    </a:lnTo>
                    <a:lnTo>
                      <a:pt x="47216" y="89770"/>
                    </a:lnTo>
                    <a:lnTo>
                      <a:pt x="47216" y="84179"/>
                    </a:lnTo>
                    <a:lnTo>
                      <a:pt x="52732" y="78663"/>
                    </a:lnTo>
                    <a:lnTo>
                      <a:pt x="52732" y="71106"/>
                    </a:lnTo>
                    <a:lnTo>
                      <a:pt x="61264" y="62574"/>
                    </a:lnTo>
                    <a:lnTo>
                      <a:pt x="61310" y="62513"/>
                    </a:lnTo>
                    <a:lnTo>
                      <a:pt x="61310" y="58780"/>
                    </a:lnTo>
                    <a:lnTo>
                      <a:pt x="63382" y="56708"/>
                    </a:lnTo>
                    <a:lnTo>
                      <a:pt x="63382" y="49730"/>
                    </a:lnTo>
                    <a:lnTo>
                      <a:pt x="77018" y="36109"/>
                    </a:lnTo>
                    <a:lnTo>
                      <a:pt x="77048" y="36064"/>
                    </a:lnTo>
                    <a:lnTo>
                      <a:pt x="77048" y="20828"/>
                    </a:lnTo>
                    <a:lnTo>
                      <a:pt x="97678" y="198"/>
                    </a:lnTo>
                    <a:lnTo>
                      <a:pt x="97449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27"/>
              <p:cNvSpPr/>
              <p:nvPr/>
            </p:nvSpPr>
            <p:spPr>
              <a:xfrm>
                <a:off x="3934943" y="908175"/>
                <a:ext cx="2925190" cy="3057668"/>
              </a:xfrm>
              <a:custGeom>
                <a:avLst/>
                <a:gdLst/>
                <a:ahLst/>
                <a:cxnLst/>
                <a:rect l="l" t="t" r="r" b="b"/>
                <a:pathLst>
                  <a:path w="71320" h="74550" extrusionOk="0">
                    <a:moveTo>
                      <a:pt x="71091" y="0"/>
                    </a:moveTo>
                    <a:lnTo>
                      <a:pt x="59679" y="11397"/>
                    </a:lnTo>
                    <a:lnTo>
                      <a:pt x="54895" y="11397"/>
                    </a:lnTo>
                    <a:lnTo>
                      <a:pt x="41015" y="25307"/>
                    </a:lnTo>
                    <a:lnTo>
                      <a:pt x="40954" y="25337"/>
                    </a:lnTo>
                    <a:lnTo>
                      <a:pt x="40954" y="42325"/>
                    </a:lnTo>
                    <a:lnTo>
                      <a:pt x="31767" y="51528"/>
                    </a:lnTo>
                    <a:lnTo>
                      <a:pt x="31721" y="51574"/>
                    </a:lnTo>
                    <a:lnTo>
                      <a:pt x="31721" y="59237"/>
                    </a:lnTo>
                    <a:lnTo>
                      <a:pt x="22824" y="68135"/>
                    </a:lnTo>
                    <a:lnTo>
                      <a:pt x="6186" y="68135"/>
                    </a:lnTo>
                    <a:lnTo>
                      <a:pt x="0" y="74321"/>
                    </a:lnTo>
                    <a:lnTo>
                      <a:pt x="229" y="74549"/>
                    </a:lnTo>
                    <a:lnTo>
                      <a:pt x="6323" y="68455"/>
                    </a:lnTo>
                    <a:lnTo>
                      <a:pt x="22945" y="68455"/>
                    </a:lnTo>
                    <a:lnTo>
                      <a:pt x="31980" y="59420"/>
                    </a:lnTo>
                    <a:lnTo>
                      <a:pt x="32026" y="59374"/>
                    </a:lnTo>
                    <a:lnTo>
                      <a:pt x="32026" y="51695"/>
                    </a:lnTo>
                    <a:lnTo>
                      <a:pt x="41229" y="42508"/>
                    </a:lnTo>
                    <a:lnTo>
                      <a:pt x="41259" y="42463"/>
                    </a:lnTo>
                    <a:lnTo>
                      <a:pt x="41259" y="25475"/>
                    </a:lnTo>
                    <a:lnTo>
                      <a:pt x="55032" y="11732"/>
                    </a:lnTo>
                    <a:lnTo>
                      <a:pt x="59786" y="11732"/>
                    </a:lnTo>
                    <a:lnTo>
                      <a:pt x="71320" y="213"/>
                    </a:lnTo>
                    <a:lnTo>
                      <a:pt x="7109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27"/>
              <p:cNvSpPr/>
              <p:nvPr/>
            </p:nvSpPr>
            <p:spPr>
              <a:xfrm>
                <a:off x="3851189" y="1072525"/>
                <a:ext cx="3153315" cy="5119205"/>
              </a:xfrm>
              <a:custGeom>
                <a:avLst/>
                <a:gdLst/>
                <a:ahLst/>
                <a:cxnLst/>
                <a:rect l="l" t="t" r="r" b="b"/>
                <a:pathLst>
                  <a:path w="76882" h="124813" extrusionOk="0">
                    <a:moveTo>
                      <a:pt x="76668" y="0"/>
                    </a:moveTo>
                    <a:lnTo>
                      <a:pt x="63260" y="13408"/>
                    </a:lnTo>
                    <a:cubicBezTo>
                      <a:pt x="62879" y="13789"/>
                      <a:pt x="62879" y="14398"/>
                      <a:pt x="63260" y="14779"/>
                    </a:cubicBezTo>
                    <a:lnTo>
                      <a:pt x="69857" y="21376"/>
                    </a:lnTo>
                    <a:cubicBezTo>
                      <a:pt x="70116" y="21620"/>
                      <a:pt x="70116" y="22046"/>
                      <a:pt x="69857" y="22305"/>
                    </a:cubicBezTo>
                    <a:lnTo>
                      <a:pt x="46546" y="45616"/>
                    </a:lnTo>
                    <a:cubicBezTo>
                      <a:pt x="46417" y="45738"/>
                      <a:pt x="46245" y="45799"/>
                      <a:pt x="46074" y="45799"/>
                    </a:cubicBezTo>
                    <a:cubicBezTo>
                      <a:pt x="45903" y="45799"/>
                      <a:pt x="45731" y="45738"/>
                      <a:pt x="45602" y="45616"/>
                    </a:cubicBezTo>
                    <a:lnTo>
                      <a:pt x="39020" y="39019"/>
                    </a:lnTo>
                    <a:cubicBezTo>
                      <a:pt x="38822" y="38836"/>
                      <a:pt x="38593" y="38745"/>
                      <a:pt x="38334" y="38745"/>
                    </a:cubicBezTo>
                    <a:cubicBezTo>
                      <a:pt x="38060" y="38745"/>
                      <a:pt x="37831" y="38836"/>
                      <a:pt x="37649" y="39019"/>
                    </a:cubicBezTo>
                    <a:lnTo>
                      <a:pt x="23357" y="53311"/>
                    </a:lnTo>
                    <a:cubicBezTo>
                      <a:pt x="22976" y="53691"/>
                      <a:pt x="22976" y="54301"/>
                      <a:pt x="23357" y="54682"/>
                    </a:cubicBezTo>
                    <a:lnTo>
                      <a:pt x="40833" y="72142"/>
                    </a:lnTo>
                    <a:cubicBezTo>
                      <a:pt x="40939" y="72279"/>
                      <a:pt x="41016" y="72432"/>
                      <a:pt x="41016" y="72614"/>
                    </a:cubicBezTo>
                    <a:cubicBezTo>
                      <a:pt x="41016" y="72812"/>
                      <a:pt x="40955" y="72965"/>
                      <a:pt x="40833" y="73102"/>
                    </a:cubicBezTo>
                    <a:lnTo>
                      <a:pt x="27090" y="86830"/>
                    </a:lnTo>
                    <a:cubicBezTo>
                      <a:pt x="26907" y="87028"/>
                      <a:pt x="26816" y="87256"/>
                      <a:pt x="26816" y="87515"/>
                    </a:cubicBezTo>
                    <a:lnTo>
                      <a:pt x="26816" y="96276"/>
                    </a:lnTo>
                    <a:cubicBezTo>
                      <a:pt x="26816" y="96459"/>
                      <a:pt x="26755" y="96611"/>
                      <a:pt x="26618" y="96748"/>
                    </a:cubicBezTo>
                    <a:lnTo>
                      <a:pt x="13225" y="110140"/>
                    </a:lnTo>
                    <a:cubicBezTo>
                      <a:pt x="13103" y="110270"/>
                      <a:pt x="12940" y="110335"/>
                      <a:pt x="12772" y="110335"/>
                    </a:cubicBezTo>
                    <a:cubicBezTo>
                      <a:pt x="12604" y="110335"/>
                      <a:pt x="12433" y="110270"/>
                      <a:pt x="12296" y="110140"/>
                    </a:cubicBezTo>
                    <a:lnTo>
                      <a:pt x="7618" y="105448"/>
                    </a:lnTo>
                    <a:cubicBezTo>
                      <a:pt x="7428" y="105257"/>
                      <a:pt x="7180" y="105162"/>
                      <a:pt x="6933" y="105162"/>
                    </a:cubicBezTo>
                    <a:cubicBezTo>
                      <a:pt x="6685" y="105162"/>
                      <a:pt x="6438" y="105257"/>
                      <a:pt x="6247" y="105448"/>
                    </a:cubicBezTo>
                    <a:lnTo>
                      <a:pt x="381" y="111314"/>
                    </a:lnTo>
                    <a:cubicBezTo>
                      <a:pt x="1" y="111695"/>
                      <a:pt x="1" y="112304"/>
                      <a:pt x="381" y="112685"/>
                    </a:cubicBezTo>
                    <a:lnTo>
                      <a:pt x="5059" y="117378"/>
                    </a:lnTo>
                    <a:cubicBezTo>
                      <a:pt x="5181" y="117515"/>
                      <a:pt x="5257" y="117667"/>
                      <a:pt x="5257" y="117850"/>
                    </a:cubicBezTo>
                    <a:cubicBezTo>
                      <a:pt x="5257" y="118048"/>
                      <a:pt x="5196" y="118200"/>
                      <a:pt x="5059" y="118322"/>
                    </a:cubicBezTo>
                    <a:lnTo>
                      <a:pt x="3231" y="120150"/>
                    </a:lnTo>
                    <a:cubicBezTo>
                      <a:pt x="2850" y="120531"/>
                      <a:pt x="2850" y="121141"/>
                      <a:pt x="3231" y="121522"/>
                    </a:cubicBezTo>
                    <a:lnTo>
                      <a:pt x="5059" y="123365"/>
                    </a:lnTo>
                    <a:cubicBezTo>
                      <a:pt x="5333" y="123609"/>
                      <a:pt x="5333" y="124020"/>
                      <a:pt x="5059" y="124295"/>
                    </a:cubicBezTo>
                    <a:cubicBezTo>
                      <a:pt x="4914" y="124432"/>
                      <a:pt x="4754" y="124489"/>
                      <a:pt x="4602" y="124489"/>
                    </a:cubicBezTo>
                    <a:cubicBezTo>
                      <a:pt x="4449" y="124489"/>
                      <a:pt x="4305" y="124432"/>
                      <a:pt x="4190" y="124340"/>
                    </a:cubicBezTo>
                    <a:cubicBezTo>
                      <a:pt x="3962" y="124173"/>
                      <a:pt x="3825" y="123838"/>
                      <a:pt x="4038" y="123487"/>
                    </a:cubicBezTo>
                    <a:lnTo>
                      <a:pt x="3764" y="123335"/>
                    </a:lnTo>
                    <a:lnTo>
                      <a:pt x="3764" y="123335"/>
                    </a:lnTo>
                    <a:cubicBezTo>
                      <a:pt x="3459" y="123838"/>
                      <a:pt x="3672" y="124356"/>
                      <a:pt x="3992" y="124599"/>
                    </a:cubicBezTo>
                    <a:cubicBezTo>
                      <a:pt x="4175" y="124736"/>
                      <a:pt x="4373" y="124813"/>
                      <a:pt x="4602" y="124813"/>
                    </a:cubicBezTo>
                    <a:cubicBezTo>
                      <a:pt x="4830" y="124813"/>
                      <a:pt x="5059" y="124736"/>
                      <a:pt x="5272" y="124477"/>
                    </a:cubicBezTo>
                    <a:cubicBezTo>
                      <a:pt x="5455" y="124295"/>
                      <a:pt x="5562" y="124066"/>
                      <a:pt x="5562" y="123792"/>
                    </a:cubicBezTo>
                    <a:cubicBezTo>
                      <a:pt x="5562" y="123533"/>
                      <a:pt x="5455" y="123304"/>
                      <a:pt x="5272" y="123106"/>
                    </a:cubicBezTo>
                    <a:lnTo>
                      <a:pt x="3444" y="121278"/>
                    </a:lnTo>
                    <a:cubicBezTo>
                      <a:pt x="3170" y="121034"/>
                      <a:pt x="3170" y="120623"/>
                      <a:pt x="3444" y="120349"/>
                    </a:cubicBezTo>
                    <a:lnTo>
                      <a:pt x="5272" y="118520"/>
                    </a:lnTo>
                    <a:cubicBezTo>
                      <a:pt x="5455" y="118337"/>
                      <a:pt x="5562" y="118094"/>
                      <a:pt x="5562" y="117835"/>
                    </a:cubicBezTo>
                    <a:cubicBezTo>
                      <a:pt x="5562" y="117576"/>
                      <a:pt x="5455" y="117332"/>
                      <a:pt x="5272" y="117149"/>
                    </a:cubicBezTo>
                    <a:lnTo>
                      <a:pt x="579" y="112456"/>
                    </a:lnTo>
                    <a:cubicBezTo>
                      <a:pt x="320" y="112213"/>
                      <a:pt x="320" y="111801"/>
                      <a:pt x="579" y="111527"/>
                    </a:cubicBezTo>
                    <a:lnTo>
                      <a:pt x="6445" y="105661"/>
                    </a:lnTo>
                    <a:cubicBezTo>
                      <a:pt x="6575" y="105532"/>
                      <a:pt x="6742" y="105467"/>
                      <a:pt x="6912" y="105467"/>
                    </a:cubicBezTo>
                    <a:cubicBezTo>
                      <a:pt x="7081" y="105467"/>
                      <a:pt x="7253" y="105532"/>
                      <a:pt x="7390" y="105661"/>
                    </a:cubicBezTo>
                    <a:lnTo>
                      <a:pt x="12067" y="110354"/>
                    </a:lnTo>
                    <a:cubicBezTo>
                      <a:pt x="12265" y="110537"/>
                      <a:pt x="12494" y="110643"/>
                      <a:pt x="12753" y="110643"/>
                    </a:cubicBezTo>
                    <a:cubicBezTo>
                      <a:pt x="13027" y="110643"/>
                      <a:pt x="13256" y="110537"/>
                      <a:pt x="13439" y="110354"/>
                    </a:cubicBezTo>
                    <a:lnTo>
                      <a:pt x="26831" y="96961"/>
                    </a:lnTo>
                    <a:cubicBezTo>
                      <a:pt x="27014" y="96779"/>
                      <a:pt x="27120" y="96550"/>
                      <a:pt x="27120" y="96276"/>
                    </a:cubicBezTo>
                    <a:lnTo>
                      <a:pt x="27120" y="87469"/>
                    </a:lnTo>
                    <a:cubicBezTo>
                      <a:pt x="27120" y="87287"/>
                      <a:pt x="27166" y="87134"/>
                      <a:pt x="27303" y="86997"/>
                    </a:cubicBezTo>
                    <a:lnTo>
                      <a:pt x="41031" y="73270"/>
                    </a:lnTo>
                    <a:cubicBezTo>
                      <a:pt x="41412" y="72889"/>
                      <a:pt x="41412" y="72279"/>
                      <a:pt x="41031" y="71898"/>
                    </a:cubicBezTo>
                    <a:lnTo>
                      <a:pt x="23571" y="54438"/>
                    </a:lnTo>
                    <a:cubicBezTo>
                      <a:pt x="23312" y="54194"/>
                      <a:pt x="23312" y="53768"/>
                      <a:pt x="23571" y="53509"/>
                    </a:cubicBezTo>
                    <a:lnTo>
                      <a:pt x="37862" y="39217"/>
                    </a:lnTo>
                    <a:cubicBezTo>
                      <a:pt x="37984" y="39095"/>
                      <a:pt x="38155" y="39035"/>
                      <a:pt x="38327" y="39035"/>
                    </a:cubicBezTo>
                    <a:cubicBezTo>
                      <a:pt x="38498" y="39035"/>
                      <a:pt x="38669" y="39095"/>
                      <a:pt x="38791" y="39217"/>
                    </a:cubicBezTo>
                    <a:lnTo>
                      <a:pt x="45373" y="45830"/>
                    </a:lnTo>
                    <a:cubicBezTo>
                      <a:pt x="45571" y="46013"/>
                      <a:pt x="45800" y="46119"/>
                      <a:pt x="46059" y="46119"/>
                    </a:cubicBezTo>
                    <a:cubicBezTo>
                      <a:pt x="46333" y="46119"/>
                      <a:pt x="46562" y="46013"/>
                      <a:pt x="46744" y="45830"/>
                    </a:cubicBezTo>
                    <a:lnTo>
                      <a:pt x="70055" y="22519"/>
                    </a:lnTo>
                    <a:cubicBezTo>
                      <a:pt x="70436" y="22138"/>
                      <a:pt x="70436" y="21528"/>
                      <a:pt x="70055" y="21148"/>
                    </a:cubicBezTo>
                    <a:lnTo>
                      <a:pt x="63473" y="14550"/>
                    </a:lnTo>
                    <a:cubicBezTo>
                      <a:pt x="63199" y="14307"/>
                      <a:pt x="63199" y="13895"/>
                      <a:pt x="63473" y="13621"/>
                    </a:cubicBezTo>
                    <a:lnTo>
                      <a:pt x="76881" y="213"/>
                    </a:lnTo>
                    <a:lnTo>
                      <a:pt x="76668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5" name="Google Shape;1235;p27"/>
            <p:cNvGrpSpPr/>
            <p:nvPr/>
          </p:nvGrpSpPr>
          <p:grpSpPr>
            <a:xfrm>
              <a:off x="6026650" y="-49075"/>
              <a:ext cx="803471" cy="494095"/>
              <a:chOff x="6394675" y="-49075"/>
              <a:chExt cx="803471" cy="494095"/>
            </a:xfrm>
          </p:grpSpPr>
          <p:sp>
            <p:nvSpPr>
              <p:cNvPr id="1236" name="Google Shape;1236;p27"/>
              <p:cNvSpPr/>
              <p:nvPr/>
            </p:nvSpPr>
            <p:spPr>
              <a:xfrm>
                <a:off x="6394675" y="0"/>
                <a:ext cx="284119" cy="246048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Google Shape;1237;p27"/>
              <p:cNvSpPr/>
              <p:nvPr/>
            </p:nvSpPr>
            <p:spPr>
              <a:xfrm>
                <a:off x="6627600" y="-49075"/>
                <a:ext cx="570546" cy="494095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38" name="Google Shape;1238;p27"/>
          <p:cNvGrpSpPr/>
          <p:nvPr/>
        </p:nvGrpSpPr>
        <p:grpSpPr>
          <a:xfrm>
            <a:off x="-1089100" y="4200325"/>
            <a:ext cx="5368850" cy="1863749"/>
            <a:chOff x="-1089100" y="4200325"/>
            <a:chExt cx="5368850" cy="1863749"/>
          </a:xfrm>
        </p:grpSpPr>
        <p:grpSp>
          <p:nvGrpSpPr>
            <p:cNvPr id="1239" name="Google Shape;1239;p27"/>
            <p:cNvGrpSpPr/>
            <p:nvPr/>
          </p:nvGrpSpPr>
          <p:grpSpPr>
            <a:xfrm>
              <a:off x="-185037" y="4598363"/>
              <a:ext cx="904666" cy="726121"/>
              <a:chOff x="7945225" y="4302000"/>
              <a:chExt cx="904666" cy="726121"/>
            </a:xfrm>
          </p:grpSpPr>
          <p:sp>
            <p:nvSpPr>
              <p:cNvPr id="1240" name="Google Shape;1240;p27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Google Shape;1241;p27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Google Shape;1242;p27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avLst/>
                <a:gdLst/>
                <a:ahLst/>
                <a:cxnLst/>
                <a:rect l="l" t="t" r="r" b="b"/>
                <a:pathLst>
                  <a:path w="51285" h="44413" extrusionOk="0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43" name="Google Shape;1243;p27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1837800" y="4200325"/>
              <a:ext cx="2441950" cy="1863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44" name="Google Shape;1244;p27"/>
            <p:cNvGrpSpPr/>
            <p:nvPr/>
          </p:nvGrpSpPr>
          <p:grpSpPr>
            <a:xfrm rot="-2700000">
              <a:off x="390377" y="4688868"/>
              <a:ext cx="299453" cy="545119"/>
              <a:chOff x="-66426" y="1151064"/>
              <a:chExt cx="299455" cy="545125"/>
            </a:xfrm>
          </p:grpSpPr>
          <p:grpSp>
            <p:nvGrpSpPr>
              <p:cNvPr id="1245" name="Google Shape;1245;p27"/>
              <p:cNvGrpSpPr/>
              <p:nvPr/>
            </p:nvGrpSpPr>
            <p:grpSpPr>
              <a:xfrm>
                <a:off x="-66426" y="13965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46" name="Google Shape;1246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53" name="Google Shape;1253;p27"/>
              <p:cNvGrpSpPr/>
              <p:nvPr/>
            </p:nvGrpSpPr>
            <p:grpSpPr>
              <a:xfrm>
                <a:off x="-66426" y="1151064"/>
                <a:ext cx="299455" cy="299625"/>
                <a:chOff x="3678700" y="407275"/>
                <a:chExt cx="708100" cy="708500"/>
              </a:xfrm>
            </p:grpSpPr>
            <p:sp>
              <p:nvSpPr>
                <p:cNvPr id="1254" name="Google Shape;1254;p27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27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27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1" name="Google Shape;1261;p27"/>
            <p:cNvGrpSpPr/>
            <p:nvPr/>
          </p:nvGrpSpPr>
          <p:grpSpPr>
            <a:xfrm>
              <a:off x="-1089100" y="4894376"/>
              <a:ext cx="4558967" cy="134100"/>
              <a:chOff x="796100" y="3019701"/>
              <a:chExt cx="4558967" cy="134100"/>
            </a:xfrm>
          </p:grpSpPr>
          <p:sp>
            <p:nvSpPr>
              <p:cNvPr id="1262" name="Google Shape;1262;p2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263" name="Google Shape;1263;p2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264" name="Google Shape;1264;p2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9" name="Google Shape;1339;p30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40" name="Google Shape;1340;p30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41" name="Google Shape;1341;p30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>
                      <a:alpha val="31360"/>
                    </a:schemeClr>
                  </a:gs>
                  <a:gs pos="22000">
                    <a:schemeClr val="lt1">
                      <a:alpha val="31360"/>
                    </a:schemeClr>
                  </a:gs>
                  <a:gs pos="45000">
                    <a:srgbClr val="FFFFFF">
                      <a:alpha val="0"/>
                      <a:alpha val="31360"/>
                    </a:srgbClr>
                  </a:gs>
                  <a:gs pos="100000">
                    <a:srgbClr val="0C0A9E">
                      <a:alpha val="50196"/>
                      <a:alpha val="31360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avLst/>
                <a:gdLst/>
                <a:ahLst/>
                <a:cxnLst/>
                <a:rect l="l" t="t" r="r" b="b"/>
                <a:pathLst>
                  <a:path w="36902" h="35337" extrusionOk="0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45" name="Google Shape;1345;p30"/>
            <p:cNvGrpSpPr/>
            <p:nvPr/>
          </p:nvGrpSpPr>
          <p:grpSpPr>
            <a:xfrm>
              <a:off x="-623241" y="3946426"/>
              <a:ext cx="2833357" cy="1421047"/>
              <a:chOff x="-677366" y="4067276"/>
              <a:chExt cx="2833357" cy="1421047"/>
            </a:xfrm>
          </p:grpSpPr>
          <p:sp>
            <p:nvSpPr>
              <p:cNvPr id="1346" name="Google Shape;1346;p30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avLst/>
                <a:gdLst/>
                <a:ahLst/>
                <a:cxnLst/>
                <a:rect l="l" t="t" r="r" b="b"/>
                <a:pathLst>
                  <a:path w="34647" h="69081" extrusionOk="0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7" name="Google Shape;1347;p30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348" name="Google Shape;1348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50" name="Google Shape;1350;p30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351" name="Google Shape;1351;p30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2" name="Google Shape;1352;p30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353" name="Google Shape;1353;p30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4" name="Google Shape;1354;p30"/>
          <p:cNvGrpSpPr/>
          <p:nvPr/>
        </p:nvGrpSpPr>
        <p:grpSpPr>
          <a:xfrm>
            <a:off x="6323925" y="-1678249"/>
            <a:ext cx="4189199" cy="3065874"/>
            <a:chOff x="6171525" y="-1678249"/>
            <a:chExt cx="4189199" cy="3065874"/>
          </a:xfrm>
        </p:grpSpPr>
        <p:sp>
          <p:nvSpPr>
            <p:cNvPr id="1355" name="Google Shape;1355;p30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56" name="Google Shape;1356;p30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7" name="Google Shape;1357;p30"/>
            <p:cNvSpPr/>
            <p:nvPr/>
          </p:nvSpPr>
          <p:spPr>
            <a:xfrm>
              <a:off x="8292929" y="-80469"/>
              <a:ext cx="904284" cy="865933"/>
            </a:xfrm>
            <a:custGeom>
              <a:avLst/>
              <a:gdLst/>
              <a:ahLst/>
              <a:cxnLst/>
              <a:rect l="l" t="t" r="r" b="b"/>
              <a:pathLst>
                <a:path w="36902" h="35337" extrusionOk="0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8" name="Google Shape;1358;p30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359" name="Google Shape;1359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6" name="Google Shape;1366;p30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367" name="Google Shape;1367;p30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7" extrusionOk="0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53" h="4937" extrusionOk="0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30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37" extrusionOk="0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30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avLst/>
                <a:gdLst/>
                <a:ahLst/>
                <a:cxnLst/>
                <a:rect l="l" t="t" r="r" b="b"/>
                <a:pathLst>
                  <a:path w="4938" h="4938" extrusionOk="0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30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4937" h="4953" extrusionOk="0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  <a:alpha val="37270"/>
                    </a:srgbClr>
                  </a:gs>
                  <a:gs pos="100000">
                    <a:srgbClr val="FFFFFF">
                      <a:alpha val="0"/>
                      <a:alpha val="3727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74" name="Google Shape;1374;p30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375" name="Google Shape;1375;p30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0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dk2"/>
        </a:solidFill>
        <a:effectLst/>
      </p:bgPr>
    </p:bg>
    <p:spTree>
      <p:nvGrpSpPr>
        <p:cNvPr id="1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8" name="Google Shape;1378;p31"/>
          <p:cNvGrpSpPr/>
          <p:nvPr/>
        </p:nvGrpSpPr>
        <p:grpSpPr>
          <a:xfrm>
            <a:off x="8332551" y="-7"/>
            <a:ext cx="2386151" cy="3293873"/>
            <a:chOff x="8256351" y="-7"/>
            <a:chExt cx="2386151" cy="3293873"/>
          </a:xfrm>
        </p:grpSpPr>
        <p:pic>
          <p:nvPicPr>
            <p:cNvPr id="1379" name="Google Shape;137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80" name="Google Shape;1380;p31"/>
            <p:cNvGrpSpPr/>
            <p:nvPr/>
          </p:nvGrpSpPr>
          <p:grpSpPr>
            <a:xfrm rot="10800000">
              <a:off x="8452444" y="-7"/>
              <a:ext cx="325154" cy="1788670"/>
              <a:chOff x="8869019" y="-622132"/>
              <a:chExt cx="325154" cy="1788670"/>
            </a:xfrm>
          </p:grpSpPr>
          <p:sp>
            <p:nvSpPr>
              <p:cNvPr id="1381" name="Google Shape;1381;p31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avLst/>
                <a:gdLst/>
                <a:ahLst/>
                <a:cxnLst/>
                <a:rect l="l" t="t" r="r" b="b"/>
                <a:pathLst>
                  <a:path w="6019" h="29909" extrusionOk="0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2" name="Google Shape;1382;p31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383" name="Google Shape;1383;p31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8" h="17564" extrusionOk="0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4" name="Google Shape;1384;p31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4" h="9588" extrusionOk="0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385" name="Google Shape;1385;p31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386" name="Google Shape;1386;p31"/>
            <p:cNvSpPr/>
            <p:nvPr/>
          </p:nvSpPr>
          <p:spPr>
            <a:xfrm>
              <a:off x="1101075" y="2142375"/>
              <a:ext cx="439200" cy="439100"/>
            </a:xfrm>
            <a:custGeom>
              <a:avLst/>
              <a:gdLst/>
              <a:ahLst/>
              <a:cxnLst/>
              <a:rect l="l" t="t" r="r" b="b"/>
              <a:pathLst>
                <a:path w="17568" h="17564" extrusionOk="0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1"/>
            <p:cNvSpPr/>
            <p:nvPr/>
          </p:nvSpPr>
          <p:spPr>
            <a:xfrm>
              <a:off x="1189450" y="2242350"/>
              <a:ext cx="262850" cy="239700"/>
            </a:xfrm>
            <a:custGeom>
              <a:avLst/>
              <a:gdLst/>
              <a:ahLst/>
              <a:cxnLst/>
              <a:rect l="l" t="t" r="r" b="b"/>
              <a:pathLst>
                <a:path w="10514" h="9588" extrusionOk="0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8" name="Google Shape;1388;p31"/>
          <p:cNvGrpSpPr/>
          <p:nvPr/>
        </p:nvGrpSpPr>
        <p:grpSpPr>
          <a:xfrm>
            <a:off x="-1262974" y="3161328"/>
            <a:ext cx="4822591" cy="2934500"/>
            <a:chOff x="-1186774" y="3161328"/>
            <a:chExt cx="4822591" cy="2934500"/>
          </a:xfrm>
        </p:grpSpPr>
        <p:pic>
          <p:nvPicPr>
            <p:cNvPr id="1389" name="Google Shape;1389;p31"/>
            <p:cNvPicPr preferRelativeResize="0"/>
            <p:nvPr/>
          </p:nvPicPr>
          <p:blipFill rotWithShape="1">
            <a:blip r:embed="rId2">
              <a:alphaModFix/>
            </a:blip>
            <a:srcRect l="16960" t="24718" r="7121" b="26177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0" name="Google Shape;1390;p31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avLst/>
              <a:gdLst/>
              <a:ahLst/>
              <a:cxnLst/>
              <a:rect l="l" t="t" r="r" b="b"/>
              <a:pathLst>
                <a:path w="12266" h="56755" extrusionOk="0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1" name="Google Shape;1391;p31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392" name="Google Shape;1392;p31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393" name="Google Shape;1393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4" name="Google Shape;1394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5" name="Google Shape;1395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6" name="Google Shape;1396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7" name="Google Shape;1397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chemeClr val="lt2">
                        <a:alpha val="46820"/>
                      </a:schemeClr>
                    </a:gs>
                    <a:gs pos="78000">
                      <a:schemeClr val="lt1">
                        <a:alpha val="46820"/>
                      </a:schemeClr>
                    </a:gs>
                    <a:gs pos="100000">
                      <a:schemeClr val="lt1">
                        <a:alpha val="46820"/>
                      </a:scheme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0" name="Google Shape;1400;p31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1" name="Google Shape;1401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2" name="Google Shape;1402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3" name="Google Shape;1403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4" name="Google Shape;1404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5" name="Google Shape;1405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6" name="Google Shape;1406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7" name="Google Shape;1407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8" name="Google Shape;1408;p31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1409" name="Google Shape;1409;p31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0" name="Google Shape;1410;p31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5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1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2" name="Google Shape;1412;p31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81" extrusionOk="0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3" name="Google Shape;1413;p31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6" h="9996" extrusionOk="0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4" name="Google Shape;1414;p31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80" h="9981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5" name="Google Shape;1415;p31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95" h="9996" extrusionOk="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37254"/>
                        <a:alpha val="46820"/>
                      </a:srgbClr>
                    </a:gs>
                    <a:gs pos="100000">
                      <a:srgbClr val="FFFFFF">
                        <a:alpha val="0"/>
                        <a:alpha val="46820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6" name="Google Shape;1416;p31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1417" name="Google Shape;1417;p31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18" name="Google Shape;1418;p31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9" name="Google Shape;1419;p31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sz="3000" b="1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5" r:id="rId4"/>
    <p:sldLayoutId id="2147483658" r:id="rId5"/>
    <p:sldLayoutId id="2147483659" r:id="rId6"/>
    <p:sldLayoutId id="2147483665" r:id="rId7"/>
    <p:sldLayoutId id="2147483670" r:id="rId8"/>
    <p:sldLayoutId id="2147483671" r:id="rId9"/>
    <p:sldLayoutId id="2147483672" r:id="rId10"/>
    <p:sldLayoutId id="2147483673" r:id="rId11"/>
    <p:sldLayoutId id="2147483676" r:id="rId12"/>
    <p:sldLayoutId id="2147483677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35"/>
          <p:cNvSpPr txBox="1">
            <a:spLocks noGrp="1"/>
          </p:cNvSpPr>
          <p:nvPr>
            <p:ph type="subTitle" idx="1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i="1" dirty="0"/>
              <a:t>Computer Vision – A.Y. 2024-2025</a:t>
            </a:r>
          </a:p>
          <a:p>
            <a:r>
              <a:rPr lang="it-IT" dirty="0"/>
              <a:t>Flavio Corsetti – 1997818</a:t>
            </a:r>
          </a:p>
          <a:p>
            <a:r>
              <a:rPr lang="it-IT" dirty="0"/>
              <a:t>Federica Sardo - 1760539</a:t>
            </a:r>
          </a:p>
          <a:p>
            <a:br>
              <a:rPr lang="it-IT" dirty="0"/>
            </a:br>
            <a:endParaRPr dirty="0"/>
          </a:p>
        </p:txBody>
      </p:sp>
      <p:sp>
        <p:nvSpPr>
          <p:cNvPr id="1431" name="Google Shape;1431;p35"/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 sz="3200" dirty="0">
                <a:solidFill>
                  <a:schemeClr val="dk2"/>
                </a:solidFill>
              </a:rPr>
              <a:t>Car Plate Recognition </a:t>
            </a:r>
            <a:r>
              <a:rPr lang="en-US" sz="3200" dirty="0"/>
              <a:t>and</a:t>
            </a:r>
            <a:br>
              <a:rPr lang="en-US" sz="3200" dirty="0"/>
            </a:br>
            <a:r>
              <a:rPr lang="en-US" sz="3200" dirty="0"/>
              <a:t>Reconstruction with Deep Learning</a:t>
            </a:r>
            <a:endParaRPr sz="3200"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/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/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/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Outline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/>
          <p:cNvSpPr txBox="1">
            <a:spLocks noGrp="1"/>
          </p:cNvSpPr>
          <p:nvPr>
            <p:ph type="subTitle" idx="9"/>
          </p:nvPr>
        </p:nvSpPr>
        <p:spPr>
          <a:xfrm>
            <a:off x="720000" y="729192"/>
            <a:ext cx="5982251" cy="383903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1600" dirty="0" err="1"/>
              <a:t>Introduction</a:t>
            </a:r>
            <a:endParaRPr lang="it-IT" sz="1600" dirty="0"/>
          </a:p>
          <a:p>
            <a:r>
              <a:rPr lang="it-IT" sz="1600" dirty="0" err="1"/>
              <a:t>Proposed</a:t>
            </a:r>
            <a:r>
              <a:rPr lang="it-IT" sz="1600" dirty="0"/>
              <a:t> </a:t>
            </a:r>
            <a:r>
              <a:rPr lang="it-IT" sz="1600" dirty="0" err="1"/>
              <a:t>methods</a:t>
            </a:r>
            <a:endParaRPr lang="it-IT" sz="1600" dirty="0"/>
          </a:p>
          <a:p>
            <a:r>
              <a:rPr lang="it-IT" sz="1600" dirty="0"/>
              <a:t>Datasets and </a:t>
            </a:r>
            <a:r>
              <a:rPr lang="it-IT" sz="1600" dirty="0" err="1"/>
              <a:t>metrics</a:t>
            </a:r>
            <a:endParaRPr lang="it-IT" sz="1600" dirty="0"/>
          </a:p>
          <a:p>
            <a:r>
              <a:rPr lang="it-IT" sz="1600" dirty="0" err="1"/>
              <a:t>Experimental</a:t>
            </a:r>
            <a:r>
              <a:rPr lang="it-IT" sz="1600" dirty="0"/>
              <a:t> </a:t>
            </a:r>
            <a:r>
              <a:rPr lang="it-IT" sz="1600" dirty="0" err="1"/>
              <a:t>results</a:t>
            </a:r>
            <a:endParaRPr lang="it-IT" sz="1600" dirty="0"/>
          </a:p>
          <a:p>
            <a:r>
              <a:rPr lang="it-IT" sz="1600" dirty="0" err="1"/>
              <a:t>Comparison</a:t>
            </a:r>
            <a:endParaRPr lang="it-IT" sz="1600" dirty="0"/>
          </a:p>
          <a:p>
            <a:r>
              <a:rPr lang="it-IT" sz="1600" dirty="0" err="1"/>
              <a:t>Conclusions</a:t>
            </a:r>
            <a:endParaRPr lang="it-IT" sz="1600" dirty="0"/>
          </a:p>
          <a:p>
            <a:r>
              <a:rPr lang="it-IT" sz="1600" dirty="0" err="1"/>
              <a:t>References</a:t>
            </a:r>
            <a:endParaRPr lang="it-IT" sz="1600" dirty="0"/>
          </a:p>
          <a:p>
            <a:br>
              <a:rPr lang="it-IT" dirty="0"/>
            </a:b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E02549F-D309-AE61-8914-7B9099AD6517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2/19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1532" name="Google Shape;1532;p39"/>
          <p:cNvSpPr txBox="1">
            <a:spLocks noGrp="1"/>
          </p:cNvSpPr>
          <p:nvPr>
            <p:ph type="subTitle" idx="2"/>
          </p:nvPr>
        </p:nvSpPr>
        <p:spPr>
          <a:xfrm>
            <a:off x="719999" y="1177071"/>
            <a:ext cx="7851245" cy="9817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Our goal was to develop a computer vision system to </a:t>
            </a:r>
            <a:r>
              <a:rPr lang="en-US" b="1" dirty="0"/>
              <a:t>detect license plates in images </a:t>
            </a:r>
            <a:r>
              <a:rPr lang="en-US" dirty="0"/>
              <a:t>using bounding box localization and extract text through optical character recognition, handling varied lighting and viewing angles for real-world accuracy.</a:t>
            </a:r>
            <a:endParaRPr dirty="0"/>
          </a:p>
        </p:txBody>
      </p:sp>
      <p:grpSp>
        <p:nvGrpSpPr>
          <p:cNvPr id="1533" name="Google Shape;1533;p39"/>
          <p:cNvGrpSpPr/>
          <p:nvPr/>
        </p:nvGrpSpPr>
        <p:grpSpPr>
          <a:xfrm>
            <a:off x="-123925" y="4132283"/>
            <a:ext cx="4558967" cy="1141122"/>
            <a:chOff x="-123925" y="4132283"/>
            <a:chExt cx="4558967" cy="1141122"/>
          </a:xfrm>
        </p:grpSpPr>
        <p:grpSp>
          <p:nvGrpSpPr>
            <p:cNvPr id="1534" name="Google Shape;1534;p39"/>
            <p:cNvGrpSpPr/>
            <p:nvPr/>
          </p:nvGrpSpPr>
          <p:grpSpPr>
            <a:xfrm>
              <a:off x="-2" y="4132283"/>
              <a:ext cx="2308406" cy="1141122"/>
              <a:chOff x="-2" y="4132283"/>
              <a:chExt cx="2308406" cy="1141122"/>
            </a:xfrm>
          </p:grpSpPr>
          <p:sp>
            <p:nvSpPr>
              <p:cNvPr id="1535" name="Google Shape;1535;p3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avLst/>
                <a:gdLst/>
                <a:ahLst/>
                <a:cxnLst/>
                <a:rect l="l" t="t" r="r" b="b"/>
                <a:pathLst>
                  <a:path w="23937" h="56267" extrusionOk="0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7" name="Google Shape;1537;p3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1538" name="Google Shape;1538;p3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9" name="Google Shape;1539;p3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0" name="Google Shape;1540;p3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Google Shape;2125;p54">
            <a:extLst>
              <a:ext uri="{FF2B5EF4-FFF2-40B4-BE49-F238E27FC236}">
                <a16:creationId xmlns:a16="http://schemas.microsoft.com/office/drawing/2014/main" id="{4F5CEE66-61D9-808A-0350-DA37ABEDD926}"/>
              </a:ext>
            </a:extLst>
          </p:cNvPr>
          <p:cNvSpPr txBox="1"/>
          <p:nvPr/>
        </p:nvSpPr>
        <p:spPr>
          <a:xfrm>
            <a:off x="2927154" y="2282608"/>
            <a:ext cx="366619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671;p42">
            <a:extLst>
              <a:ext uri="{FF2B5EF4-FFF2-40B4-BE49-F238E27FC236}">
                <a16:creationId xmlns:a16="http://schemas.microsoft.com/office/drawing/2014/main" id="{C1B8FD63-70ED-D2BA-0A16-4804431DB0D0}"/>
              </a:ext>
            </a:extLst>
          </p:cNvPr>
          <p:cNvSpPr txBox="1">
            <a:spLocks/>
          </p:cNvSpPr>
          <p:nvPr/>
        </p:nvSpPr>
        <p:spPr>
          <a:xfrm>
            <a:off x="794028" y="2979366"/>
            <a:ext cx="1512427" cy="586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Baseline Development</a:t>
            </a:r>
            <a:endParaRPr lang="it-IT" dirty="0"/>
          </a:p>
          <a:p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0415E2D-0783-BCA5-51AF-F2C87B45332C}"/>
              </a:ext>
            </a:extLst>
          </p:cNvPr>
          <p:cNvSpPr txBox="1"/>
          <p:nvPr/>
        </p:nvSpPr>
        <p:spPr>
          <a:xfrm>
            <a:off x="794028" y="3230268"/>
            <a:ext cx="16975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Create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proprietary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baseline model</a:t>
            </a:r>
          </a:p>
        </p:txBody>
      </p:sp>
      <p:sp>
        <p:nvSpPr>
          <p:cNvPr id="7" name="Google Shape;2125;p54">
            <a:extLst>
              <a:ext uri="{FF2B5EF4-FFF2-40B4-BE49-F238E27FC236}">
                <a16:creationId xmlns:a16="http://schemas.microsoft.com/office/drawing/2014/main" id="{2A4CF72E-E2DA-83F8-3EED-3329CE141844}"/>
              </a:ext>
            </a:extLst>
          </p:cNvPr>
          <p:cNvSpPr txBox="1"/>
          <p:nvPr/>
        </p:nvSpPr>
        <p:spPr>
          <a:xfrm>
            <a:off x="449379" y="2312641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1671;p42">
            <a:extLst>
              <a:ext uri="{FF2B5EF4-FFF2-40B4-BE49-F238E27FC236}">
                <a16:creationId xmlns:a16="http://schemas.microsoft.com/office/drawing/2014/main" id="{232442C6-8E8D-1039-40B0-8F85B154F515}"/>
              </a:ext>
            </a:extLst>
          </p:cNvPr>
          <p:cNvSpPr txBox="1">
            <a:spLocks/>
          </p:cNvSpPr>
          <p:nvPr/>
        </p:nvSpPr>
        <p:spPr>
          <a:xfrm>
            <a:off x="2922615" y="2665379"/>
            <a:ext cx="1512427" cy="861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Model </a:t>
            </a:r>
            <a:r>
              <a:rPr lang="it-IT" b="1" dirty="0" err="1"/>
              <a:t>Implementation</a:t>
            </a:r>
            <a:endParaRPr lang="it-IT" dirty="0"/>
          </a:p>
          <a:p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7E15026-3AB7-BB4C-7898-3E20B6F78ACE}"/>
              </a:ext>
            </a:extLst>
          </p:cNvPr>
          <p:cNvSpPr txBox="1"/>
          <p:nvPr/>
        </p:nvSpPr>
        <p:spPr>
          <a:xfrm>
            <a:off x="2913433" y="3214927"/>
            <a:ext cx="1453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Develop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Yolov5 and PDLPR models</a:t>
            </a:r>
          </a:p>
        </p:txBody>
      </p:sp>
      <p:sp>
        <p:nvSpPr>
          <p:cNvPr id="11" name="Google Shape;2125;p54">
            <a:extLst>
              <a:ext uri="{FF2B5EF4-FFF2-40B4-BE49-F238E27FC236}">
                <a16:creationId xmlns:a16="http://schemas.microsoft.com/office/drawing/2014/main" id="{9A5D159C-FAFD-C196-6F6B-890A94A8BD61}"/>
              </a:ext>
            </a:extLst>
          </p:cNvPr>
          <p:cNvSpPr txBox="1"/>
          <p:nvPr/>
        </p:nvSpPr>
        <p:spPr>
          <a:xfrm>
            <a:off x="4966691" y="2312641"/>
            <a:ext cx="429515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Google Shape;1671;p42">
            <a:extLst>
              <a:ext uri="{FF2B5EF4-FFF2-40B4-BE49-F238E27FC236}">
                <a16:creationId xmlns:a16="http://schemas.microsoft.com/office/drawing/2014/main" id="{5E22E160-9059-E7FC-C322-1436648C891C}"/>
              </a:ext>
            </a:extLst>
          </p:cNvPr>
          <p:cNvSpPr txBox="1">
            <a:spLocks/>
          </p:cNvSpPr>
          <p:nvPr/>
        </p:nvSpPr>
        <p:spPr>
          <a:xfrm>
            <a:off x="4993844" y="2703773"/>
            <a:ext cx="1512427" cy="861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Testing &amp; Evaluation</a:t>
            </a:r>
            <a:endParaRPr lang="it-IT" dirty="0"/>
          </a:p>
          <a:p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415761F-26CB-E88C-33B8-48F53324F0AB}"/>
              </a:ext>
            </a:extLst>
          </p:cNvPr>
          <p:cNvSpPr txBox="1"/>
          <p:nvPr/>
        </p:nvSpPr>
        <p:spPr>
          <a:xfrm>
            <a:off x="4993844" y="3250819"/>
            <a:ext cx="1453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Benchmark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all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models</a:t>
            </a:r>
          </a:p>
        </p:txBody>
      </p:sp>
      <p:sp>
        <p:nvSpPr>
          <p:cNvPr id="14" name="Google Shape;2125;p54">
            <a:extLst>
              <a:ext uri="{FF2B5EF4-FFF2-40B4-BE49-F238E27FC236}">
                <a16:creationId xmlns:a16="http://schemas.microsoft.com/office/drawing/2014/main" id="{68DBE52C-EA62-FC94-F218-7E6B20009090}"/>
              </a:ext>
            </a:extLst>
          </p:cNvPr>
          <p:cNvSpPr txBox="1"/>
          <p:nvPr/>
        </p:nvSpPr>
        <p:spPr>
          <a:xfrm>
            <a:off x="6533424" y="2281565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30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Google Shape;1671;p42">
            <a:extLst>
              <a:ext uri="{FF2B5EF4-FFF2-40B4-BE49-F238E27FC236}">
                <a16:creationId xmlns:a16="http://schemas.microsoft.com/office/drawing/2014/main" id="{17494CB4-3297-8221-9C54-DCE2BACA68BB}"/>
              </a:ext>
            </a:extLst>
          </p:cNvPr>
          <p:cNvSpPr txBox="1">
            <a:spLocks/>
          </p:cNvSpPr>
          <p:nvPr/>
        </p:nvSpPr>
        <p:spPr>
          <a:xfrm>
            <a:off x="6837545" y="2660426"/>
            <a:ext cx="1512427" cy="8619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it-IT" b="1" dirty="0"/>
              <a:t>Performance </a:t>
            </a:r>
            <a:r>
              <a:rPr lang="it-IT" b="1" dirty="0" err="1"/>
              <a:t>Comparison</a:t>
            </a:r>
            <a:endParaRPr lang="it-IT" dirty="0"/>
          </a:p>
          <a:p>
            <a:endParaRPr lang="it-IT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07B4D30-0621-2BEE-5CB2-CA1B3DF39C74}"/>
              </a:ext>
            </a:extLst>
          </p:cNvPr>
          <p:cNvSpPr txBox="1"/>
          <p:nvPr/>
        </p:nvSpPr>
        <p:spPr>
          <a:xfrm>
            <a:off x="6837545" y="3206921"/>
            <a:ext cx="18752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Compare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results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document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findings</a:t>
            </a:r>
            <a:endParaRPr lang="it-IT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A019A74C-E582-58C0-9623-EBB8FBFCE08E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3/19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33038F74-93E9-8909-09A8-AE81B91543C2}"/>
              </a:ext>
            </a:extLst>
          </p:cNvPr>
          <p:cNvSpPr/>
          <p:nvPr/>
        </p:nvSpPr>
        <p:spPr>
          <a:xfrm>
            <a:off x="6442364" y="202623"/>
            <a:ext cx="1982343" cy="4317422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34" name="Google Shape;1634;p41"/>
          <p:cNvSpPr txBox="1">
            <a:spLocks noGrp="1"/>
          </p:cNvSpPr>
          <p:nvPr>
            <p:ph type="title"/>
          </p:nvPr>
        </p:nvSpPr>
        <p:spPr>
          <a:xfrm>
            <a:off x="486205" y="382518"/>
            <a:ext cx="408579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Yolov5-PDLPR Architecture Overview</a:t>
            </a:r>
            <a:endParaRPr sz="2400" dirty="0"/>
          </a:p>
        </p:txBody>
      </p:sp>
      <p:pic>
        <p:nvPicPr>
          <p:cNvPr id="17" name="Immagine 16" descr="Immagine che contiene testo, segnaletica, Carattere, cartello&#10;&#10;Il contenuto generato dall'IA potrebbe non essere corretto.">
            <a:extLst>
              <a:ext uri="{FF2B5EF4-FFF2-40B4-BE49-F238E27FC236}">
                <a16:creationId xmlns:a16="http://schemas.microsoft.com/office/drawing/2014/main" id="{467A5D44-148E-3A91-4B9C-ACDA32A11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485" y="1371308"/>
            <a:ext cx="1781175" cy="542925"/>
          </a:xfrm>
          <a:prstGeom prst="rect">
            <a:avLst/>
          </a:prstGeom>
        </p:spPr>
      </p:pic>
      <p:pic>
        <p:nvPicPr>
          <p:cNvPr id="1034" name="Picture 10" descr="Immagine che contiene testo, Targa di veicolo, veicol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0D3494EE-E554-0A9C-184E-F855011916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12" y="1418359"/>
            <a:ext cx="1831635" cy="295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ttangolo 22">
            <a:extLst>
              <a:ext uri="{FF2B5EF4-FFF2-40B4-BE49-F238E27FC236}">
                <a16:creationId xmlns:a16="http://schemas.microsoft.com/office/drawing/2014/main" id="{6C6B4A42-8EDA-588F-ADD7-101E70028C78}"/>
              </a:ext>
            </a:extLst>
          </p:cNvPr>
          <p:cNvSpPr/>
          <p:nvPr/>
        </p:nvSpPr>
        <p:spPr>
          <a:xfrm>
            <a:off x="3226376" y="2267816"/>
            <a:ext cx="1831635" cy="1252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Google Shape;1671;p42">
            <a:extLst>
              <a:ext uri="{FF2B5EF4-FFF2-40B4-BE49-F238E27FC236}">
                <a16:creationId xmlns:a16="http://schemas.microsoft.com/office/drawing/2014/main" id="{A309455F-7ED4-8163-40F4-0E030E832D7D}"/>
              </a:ext>
            </a:extLst>
          </p:cNvPr>
          <p:cNvSpPr txBox="1">
            <a:spLocks/>
          </p:cNvSpPr>
          <p:nvPr/>
        </p:nvSpPr>
        <p:spPr>
          <a:xfrm>
            <a:off x="3151023" y="2844285"/>
            <a:ext cx="1982343" cy="586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Object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Yolov5</a:t>
            </a:r>
          </a:p>
          <a:p>
            <a:endParaRPr lang="it-IT" dirty="0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0171C1C6-5FB4-54CB-35D9-421D9C620EAC}"/>
              </a:ext>
            </a:extLst>
          </p:cNvPr>
          <p:cNvSpPr/>
          <p:nvPr/>
        </p:nvSpPr>
        <p:spPr>
          <a:xfrm>
            <a:off x="6779255" y="533640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IGFE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29C4E17-C572-4C02-1E0B-332D7D12776C}"/>
              </a:ext>
            </a:extLst>
          </p:cNvPr>
          <p:cNvSpPr/>
          <p:nvPr/>
        </p:nvSpPr>
        <p:spPr>
          <a:xfrm>
            <a:off x="6779255" y="1709373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Encoder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485D285-5F64-C17C-F0CB-394911C84DED}"/>
              </a:ext>
            </a:extLst>
          </p:cNvPr>
          <p:cNvSpPr/>
          <p:nvPr/>
        </p:nvSpPr>
        <p:spPr>
          <a:xfrm>
            <a:off x="6779254" y="2885106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Parallel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Decoder</a:t>
            </a:r>
          </a:p>
        </p:txBody>
      </p: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15E4E7E4-47CF-F2D0-E9C9-DEE21C664341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>
            <a:off x="7455071" y="1418359"/>
            <a:ext cx="0" cy="29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ADC26320-DE2A-8CDF-EF3B-6E1E82C46623}"/>
              </a:ext>
            </a:extLst>
          </p:cNvPr>
          <p:cNvCxnSpPr>
            <a:stCxn id="32" idx="2"/>
            <a:endCxn id="33" idx="0"/>
          </p:cNvCxnSpPr>
          <p:nvPr/>
        </p:nvCxnSpPr>
        <p:spPr>
          <a:xfrm flipH="1">
            <a:off x="7455070" y="2594092"/>
            <a:ext cx="1" cy="291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2 38">
            <a:extLst>
              <a:ext uri="{FF2B5EF4-FFF2-40B4-BE49-F238E27FC236}">
                <a16:creationId xmlns:a16="http://schemas.microsoft.com/office/drawing/2014/main" id="{B417B628-80B2-CDAB-8DC4-F998498654A2}"/>
              </a:ext>
            </a:extLst>
          </p:cNvPr>
          <p:cNvCxnSpPr>
            <a:stCxn id="33" idx="2"/>
          </p:cNvCxnSpPr>
          <p:nvPr/>
        </p:nvCxnSpPr>
        <p:spPr>
          <a:xfrm flipH="1">
            <a:off x="7455069" y="3769825"/>
            <a:ext cx="1" cy="282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F1D63009-977D-8B9C-9108-08E5D763F5EF}"/>
              </a:ext>
            </a:extLst>
          </p:cNvPr>
          <p:cNvSpPr txBox="1"/>
          <p:nvPr/>
        </p:nvSpPr>
        <p:spPr>
          <a:xfrm>
            <a:off x="6877967" y="4114801"/>
            <a:ext cx="1154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it-IT" b="1" dirty="0"/>
              <a:t> 皖</a:t>
            </a:r>
            <a:r>
              <a:rPr lang="it-IT" b="1" dirty="0"/>
              <a:t>AR0011</a:t>
            </a:r>
            <a:endParaRPr lang="it-IT" dirty="0"/>
          </a:p>
          <a:p>
            <a:br>
              <a:rPr lang="it-IT" dirty="0"/>
            </a:br>
            <a:endParaRPr lang="it-IT" dirty="0"/>
          </a:p>
        </p:txBody>
      </p:sp>
      <p:cxnSp>
        <p:nvCxnSpPr>
          <p:cNvPr id="43" name="Connettore 2 42">
            <a:extLst>
              <a:ext uri="{FF2B5EF4-FFF2-40B4-BE49-F238E27FC236}">
                <a16:creationId xmlns:a16="http://schemas.microsoft.com/office/drawing/2014/main" id="{1885ED0D-2579-5599-E41D-42029CB1272F}"/>
              </a:ext>
            </a:extLst>
          </p:cNvPr>
          <p:cNvCxnSpPr>
            <a:stCxn id="1034" idx="3"/>
            <a:endCxn id="23" idx="1"/>
          </p:cNvCxnSpPr>
          <p:nvPr/>
        </p:nvCxnSpPr>
        <p:spPr>
          <a:xfrm>
            <a:off x="2364747" y="2893868"/>
            <a:ext cx="8616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a gomito 44">
            <a:extLst>
              <a:ext uri="{FF2B5EF4-FFF2-40B4-BE49-F238E27FC236}">
                <a16:creationId xmlns:a16="http://schemas.microsoft.com/office/drawing/2014/main" id="{B1F1D18E-F202-5E59-C0AD-6D7CFB1602E4}"/>
              </a:ext>
            </a:extLst>
          </p:cNvPr>
          <p:cNvCxnSpPr>
            <a:stCxn id="23" idx="3"/>
            <a:endCxn id="31" idx="1"/>
          </p:cNvCxnSpPr>
          <p:nvPr/>
        </p:nvCxnSpPr>
        <p:spPr>
          <a:xfrm flipV="1">
            <a:off x="5058011" y="976000"/>
            <a:ext cx="1721244" cy="191786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185DA6A4-FFE1-55D3-6244-1705A948F224}"/>
              </a:ext>
            </a:extLst>
          </p:cNvPr>
          <p:cNvSpPr txBox="1"/>
          <p:nvPr/>
        </p:nvSpPr>
        <p:spPr>
          <a:xfrm>
            <a:off x="5646366" y="3769825"/>
            <a:ext cx="1154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8208D5"/>
                </a:solidFill>
              </a:rPr>
              <a:t>PDLPR</a:t>
            </a:r>
            <a:endParaRPr lang="it-IT" dirty="0">
              <a:solidFill>
                <a:srgbClr val="8208D5"/>
              </a:solidFill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7482F1F-C8E2-AA46-2981-9AED53F99C91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4/19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/>
              <a:t>How PDLPR works </a:t>
            </a:r>
            <a:endParaRPr lang="it-IT" dirty="0"/>
          </a:p>
        </p:txBody>
      </p:sp>
      <p:pic>
        <p:nvPicPr>
          <p:cNvPr id="15" name="Immagine 14" descr="Immagine che contiene testo, diagramma, schermata&#10;&#10;Il contenuto generato dall'IA potrebbe non essere corretto.">
            <a:extLst>
              <a:ext uri="{FF2B5EF4-FFF2-40B4-BE49-F238E27FC236}">
                <a16:creationId xmlns:a16="http://schemas.microsoft.com/office/drawing/2014/main" id="{9F030AE7-6795-FF30-642F-3D72E87BA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13" y="1322914"/>
            <a:ext cx="2675936" cy="2855943"/>
          </a:xfrm>
          <a:prstGeom prst="rect">
            <a:avLst/>
          </a:prstGeom>
        </p:spPr>
      </p:pic>
      <p:pic>
        <p:nvPicPr>
          <p:cNvPr id="17" name="Immagine 16" descr="Immagine che contiene testo, schermata, Carattere, diagramma&#10;&#10;Il contenuto generato dall'IA potrebbe non essere corretto.">
            <a:extLst>
              <a:ext uri="{FF2B5EF4-FFF2-40B4-BE49-F238E27FC236}">
                <a16:creationId xmlns:a16="http://schemas.microsoft.com/office/drawing/2014/main" id="{E543E1B1-6C70-9BEE-0214-045989581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852" y="1938113"/>
            <a:ext cx="1518964" cy="1401518"/>
          </a:xfrm>
          <a:prstGeom prst="rect">
            <a:avLst/>
          </a:prstGeom>
        </p:spPr>
      </p:pic>
      <p:pic>
        <p:nvPicPr>
          <p:cNvPr id="19" name="Immagine 18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406FFEAF-FD8F-EF85-6FA2-A4512A456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8920" y="1168559"/>
            <a:ext cx="1958227" cy="2940627"/>
          </a:xfrm>
          <a:prstGeom prst="rect">
            <a:avLst/>
          </a:prstGeom>
        </p:spPr>
      </p:pic>
      <p:sp>
        <p:nvSpPr>
          <p:cNvPr id="27" name="Freccia a destra 26">
            <a:extLst>
              <a:ext uri="{FF2B5EF4-FFF2-40B4-BE49-F238E27FC236}">
                <a16:creationId xmlns:a16="http://schemas.microsoft.com/office/drawing/2014/main" id="{F941C4E8-505E-ECCF-3BFA-C6551BEA1D7C}"/>
              </a:ext>
            </a:extLst>
          </p:cNvPr>
          <p:cNvSpPr/>
          <p:nvPr/>
        </p:nvSpPr>
        <p:spPr>
          <a:xfrm>
            <a:off x="3336053" y="2571750"/>
            <a:ext cx="366765" cy="221692"/>
          </a:xfrm>
          <a:prstGeom prst="rightArrow">
            <a:avLst/>
          </a:prstGeom>
          <a:solidFill>
            <a:srgbClr val="EEC14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 destra 27">
            <a:extLst>
              <a:ext uri="{FF2B5EF4-FFF2-40B4-BE49-F238E27FC236}">
                <a16:creationId xmlns:a16="http://schemas.microsoft.com/office/drawing/2014/main" id="{5848A942-1D92-0799-4BF2-7B1B1655B430}"/>
              </a:ext>
            </a:extLst>
          </p:cNvPr>
          <p:cNvSpPr/>
          <p:nvPr/>
        </p:nvSpPr>
        <p:spPr>
          <a:xfrm>
            <a:off x="5591850" y="2571750"/>
            <a:ext cx="366765" cy="221692"/>
          </a:xfrm>
          <a:prstGeom prst="rightArrow">
            <a:avLst/>
          </a:prstGeom>
          <a:solidFill>
            <a:srgbClr val="EEC14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B84D7962-A393-B67D-EDCC-D8DA5E1A0E68}"/>
              </a:ext>
            </a:extLst>
          </p:cNvPr>
          <p:cNvSpPr txBox="1"/>
          <p:nvPr/>
        </p:nvSpPr>
        <p:spPr>
          <a:xfrm>
            <a:off x="1400516" y="4178857"/>
            <a:ext cx="77453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0C0A9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IGFE</a:t>
            </a:r>
            <a:endParaRPr lang="it-IT" dirty="0">
              <a:solidFill>
                <a:srgbClr val="0C0A9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D60AD7D2-D3CE-F2C7-A989-9EF34B53E017}"/>
              </a:ext>
            </a:extLst>
          </p:cNvPr>
          <p:cNvSpPr txBox="1"/>
          <p:nvPr/>
        </p:nvSpPr>
        <p:spPr>
          <a:xfrm>
            <a:off x="6705501" y="4109186"/>
            <a:ext cx="11975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0C0A9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Decoder</a:t>
            </a:r>
            <a:endParaRPr lang="it-IT" dirty="0">
              <a:solidFill>
                <a:srgbClr val="0C0A9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DE0A086-10F5-15D7-CDD3-AF4639889A5D}"/>
              </a:ext>
            </a:extLst>
          </p:cNvPr>
          <p:cNvSpPr txBox="1"/>
          <p:nvPr/>
        </p:nvSpPr>
        <p:spPr>
          <a:xfrm>
            <a:off x="4207712" y="3339631"/>
            <a:ext cx="11991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altLang="ja-JP" b="1" dirty="0">
                <a:solidFill>
                  <a:srgbClr val="0C0A9E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Encoder</a:t>
            </a:r>
            <a:endParaRPr lang="it-IT" dirty="0">
              <a:solidFill>
                <a:srgbClr val="0C0A9E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br>
              <a:rPr lang="it-IT" dirty="0"/>
            </a:br>
            <a:endParaRPr lang="it-IT" dirty="0"/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F23D37E-451B-52BC-5068-344929BD49F9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5/19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43"/>
          <p:cNvSpPr txBox="1">
            <a:spLocks noGrp="1"/>
          </p:cNvSpPr>
          <p:nvPr>
            <p:ph type="title"/>
          </p:nvPr>
        </p:nvSpPr>
        <p:spPr>
          <a:xfrm>
            <a:off x="403477" y="183768"/>
            <a:ext cx="416852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ResNet18 Architecture Overview</a:t>
            </a:r>
            <a:endParaRPr sz="2400" dirty="0"/>
          </a:p>
        </p:txBody>
      </p:sp>
      <p:pic>
        <p:nvPicPr>
          <p:cNvPr id="20" name="Immagine 19" descr="Immagine che contiene testo, segnaletica, Carattere, cartello&#10;&#10;Il contenuto generato dall'IA potrebbe non essere corretto.">
            <a:extLst>
              <a:ext uri="{FF2B5EF4-FFF2-40B4-BE49-F238E27FC236}">
                <a16:creationId xmlns:a16="http://schemas.microsoft.com/office/drawing/2014/main" id="{1F35FBBB-5A20-F889-9E51-0D0D944B6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483" y="1807550"/>
            <a:ext cx="1781175" cy="542925"/>
          </a:xfrm>
          <a:prstGeom prst="rect">
            <a:avLst/>
          </a:prstGeom>
        </p:spPr>
      </p:pic>
      <p:pic>
        <p:nvPicPr>
          <p:cNvPr id="21" name="Picture 10" descr="Immagine che contiene testo, Targa di veicolo, veicolo, Veicolo terrestre&#10;&#10;Il contenuto generato dall'IA potrebbe non essere corretto.">
            <a:extLst>
              <a:ext uri="{FF2B5EF4-FFF2-40B4-BE49-F238E27FC236}">
                <a16:creationId xmlns:a16="http://schemas.microsoft.com/office/drawing/2014/main" id="{38C4CB53-38EF-6986-7261-FEAC3C7BF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522" y="1664074"/>
            <a:ext cx="1295238" cy="2086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42312779-EB00-C2B9-9F86-776AE77E9F40}"/>
              </a:ext>
            </a:extLst>
          </p:cNvPr>
          <p:cNvSpPr/>
          <p:nvPr/>
        </p:nvSpPr>
        <p:spPr>
          <a:xfrm>
            <a:off x="3264349" y="1937569"/>
            <a:ext cx="1831635" cy="125210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3" name="Google Shape;1671;p42">
            <a:extLst>
              <a:ext uri="{FF2B5EF4-FFF2-40B4-BE49-F238E27FC236}">
                <a16:creationId xmlns:a16="http://schemas.microsoft.com/office/drawing/2014/main" id="{1B614446-E104-E22B-6445-6F23582B2678}"/>
              </a:ext>
            </a:extLst>
          </p:cNvPr>
          <p:cNvSpPr txBox="1">
            <a:spLocks/>
          </p:cNvSpPr>
          <p:nvPr/>
        </p:nvSpPr>
        <p:spPr>
          <a:xfrm>
            <a:off x="3188995" y="2732994"/>
            <a:ext cx="1982343" cy="586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Same </a:t>
            </a:r>
            <a:r>
              <a:rPr lang="it-IT" dirty="0" err="1">
                <a:latin typeface="Poppins" panose="00000500000000000000" pitchFamily="2" charset="0"/>
                <a:cs typeface="Poppins" panose="00000500000000000000" pitchFamily="2" charset="0"/>
              </a:rPr>
              <a:t>Convolutional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Architecture:</a:t>
            </a:r>
            <a:b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ResNet18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  <a:p>
            <a:endParaRPr lang="it-IT" dirty="0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088199D-FF40-E870-B8E9-B0D92C65AD71}"/>
              </a:ext>
            </a:extLst>
          </p:cNvPr>
          <p:cNvSpPr/>
          <p:nvPr/>
        </p:nvSpPr>
        <p:spPr>
          <a:xfrm>
            <a:off x="6779255" y="533640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 err="1">
                <a:latin typeface="Poppins" panose="00000500000000000000" pitchFamily="2" charset="0"/>
                <a:cs typeface="Poppins" panose="00000500000000000000" pitchFamily="2" charset="0"/>
              </a:rPr>
              <a:t>Bounding</a:t>
            </a: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 Box </a:t>
            </a:r>
          </a:p>
          <a:p>
            <a:pPr algn="ctr"/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linear part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A77C74F-770E-3670-FD37-56B3D9A0DDE7}"/>
              </a:ext>
            </a:extLst>
          </p:cNvPr>
          <p:cNvSpPr/>
          <p:nvPr/>
        </p:nvSpPr>
        <p:spPr>
          <a:xfrm>
            <a:off x="6779255" y="2866163"/>
            <a:ext cx="1351631" cy="884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OCR</a:t>
            </a:r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 linear part</a:t>
            </a: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7026DBB0-3932-59DF-6A34-AD4F13B3A121}"/>
              </a:ext>
            </a:extLst>
          </p:cNvPr>
          <p:cNvCxnSpPr>
            <a:cxnSpLocks/>
            <a:stCxn id="24" idx="2"/>
          </p:cNvCxnSpPr>
          <p:nvPr/>
        </p:nvCxnSpPr>
        <p:spPr>
          <a:xfrm>
            <a:off x="7455071" y="1418359"/>
            <a:ext cx="0" cy="370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5944C97-EC12-50A2-AA22-1408F2209D6E}"/>
              </a:ext>
            </a:extLst>
          </p:cNvPr>
          <p:cNvCxnSpPr>
            <a:cxnSpLocks/>
          </p:cNvCxnSpPr>
          <p:nvPr/>
        </p:nvCxnSpPr>
        <p:spPr>
          <a:xfrm flipH="1">
            <a:off x="7455069" y="3769825"/>
            <a:ext cx="1" cy="282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4AF25FDC-F557-3E5B-08C6-2713FEAB3D28}"/>
              </a:ext>
            </a:extLst>
          </p:cNvPr>
          <p:cNvSpPr txBox="1"/>
          <p:nvPr/>
        </p:nvSpPr>
        <p:spPr>
          <a:xfrm>
            <a:off x="6877967" y="4114801"/>
            <a:ext cx="11542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it-IT" b="1" dirty="0"/>
              <a:t> 皖</a:t>
            </a:r>
            <a:r>
              <a:rPr lang="it-IT" b="1" dirty="0"/>
              <a:t>AR0011</a:t>
            </a:r>
            <a:endParaRPr lang="it-IT" dirty="0"/>
          </a:p>
          <a:p>
            <a:br>
              <a:rPr lang="it-IT" dirty="0"/>
            </a:br>
            <a:endParaRPr lang="it-IT" dirty="0"/>
          </a:p>
        </p:txBody>
      </p: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7443DAFC-59B5-1EDC-EC6F-A3CD9E9037A4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373761" y="2563621"/>
            <a:ext cx="8905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1F09F92E-F21A-FE74-EF6F-B3AE29DB1D84}"/>
              </a:ext>
            </a:extLst>
          </p:cNvPr>
          <p:cNvCxnSpPr>
            <a:stCxn id="22" idx="3"/>
            <a:endCxn id="24" idx="1"/>
          </p:cNvCxnSpPr>
          <p:nvPr/>
        </p:nvCxnSpPr>
        <p:spPr>
          <a:xfrm flipV="1">
            <a:off x="5095984" y="976000"/>
            <a:ext cx="1683271" cy="15876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B4F73D3E-3D5D-46E4-EFEC-A230DC6A808E}"/>
              </a:ext>
            </a:extLst>
          </p:cNvPr>
          <p:cNvCxnSpPr>
            <a:cxnSpLocks/>
            <a:stCxn id="22" idx="3"/>
            <a:endCxn id="25" idx="1"/>
          </p:cNvCxnSpPr>
          <p:nvPr/>
        </p:nvCxnSpPr>
        <p:spPr>
          <a:xfrm>
            <a:off x="5095984" y="2563621"/>
            <a:ext cx="1683271" cy="74490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4C18B4DD-54D5-FE7E-EDE7-5817D169AFD0}"/>
              </a:ext>
            </a:extLst>
          </p:cNvPr>
          <p:cNvCxnSpPr>
            <a:cxnSpLocks/>
            <a:stCxn id="20" idx="2"/>
            <a:endCxn id="25" idx="0"/>
          </p:cNvCxnSpPr>
          <p:nvPr/>
        </p:nvCxnSpPr>
        <p:spPr>
          <a:xfrm>
            <a:off x="7455071" y="2350475"/>
            <a:ext cx="0" cy="515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1" name="Google Shape;2125;p54">
            <a:extLst>
              <a:ext uri="{FF2B5EF4-FFF2-40B4-BE49-F238E27FC236}">
                <a16:creationId xmlns:a16="http://schemas.microsoft.com/office/drawing/2014/main" id="{774D7A36-44E8-028E-C832-71899571CBDB}"/>
              </a:ext>
            </a:extLst>
          </p:cNvPr>
          <p:cNvSpPr txBox="1"/>
          <p:nvPr/>
        </p:nvSpPr>
        <p:spPr>
          <a:xfrm>
            <a:off x="5210712" y="756468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6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1" name="Google Shape;2125;p54">
            <a:extLst>
              <a:ext uri="{FF2B5EF4-FFF2-40B4-BE49-F238E27FC236}">
                <a16:creationId xmlns:a16="http://schemas.microsoft.com/office/drawing/2014/main" id="{03F8C205-14D2-A9E7-C4F8-F3F472EFAFD5}"/>
              </a:ext>
            </a:extLst>
          </p:cNvPr>
          <p:cNvSpPr txBox="1"/>
          <p:nvPr/>
        </p:nvSpPr>
        <p:spPr>
          <a:xfrm>
            <a:off x="5210712" y="2948580"/>
            <a:ext cx="7224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600" b="1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2" name="CasellaDiTesto 1741">
            <a:extLst>
              <a:ext uri="{FF2B5EF4-FFF2-40B4-BE49-F238E27FC236}">
                <a16:creationId xmlns:a16="http://schemas.microsoft.com/office/drawing/2014/main" id="{68DADE15-201F-265C-1CD2-31AADA88659B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6/19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44"/>
          <p:cNvSpPr txBox="1">
            <a:spLocks noGrp="1"/>
          </p:cNvSpPr>
          <p:nvPr>
            <p:ph type="title"/>
          </p:nvPr>
        </p:nvSpPr>
        <p:spPr>
          <a:xfrm>
            <a:off x="402705" y="374686"/>
            <a:ext cx="833858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it-IT" dirty="0"/>
              <a:t>CCPD (</a:t>
            </a:r>
            <a:r>
              <a:rPr lang="it-IT" dirty="0" err="1"/>
              <a:t>Chinese</a:t>
            </a:r>
            <a:r>
              <a:rPr lang="it-IT" dirty="0"/>
              <a:t> City Parking Dataset)</a:t>
            </a:r>
            <a:endParaRPr dirty="0"/>
          </a:p>
        </p:txBody>
      </p:sp>
      <p:sp>
        <p:nvSpPr>
          <p:cNvPr id="20" name="Google Shape;1532;p39">
            <a:extLst>
              <a:ext uri="{FF2B5EF4-FFF2-40B4-BE49-F238E27FC236}">
                <a16:creationId xmlns:a16="http://schemas.microsoft.com/office/drawing/2014/main" id="{7A0D386A-D938-D747-D32D-CEAE884C210E}"/>
              </a:ext>
            </a:extLst>
          </p:cNvPr>
          <p:cNvSpPr txBox="1">
            <a:spLocks/>
          </p:cNvSpPr>
          <p:nvPr/>
        </p:nvSpPr>
        <p:spPr>
          <a:xfrm>
            <a:off x="402705" y="1081611"/>
            <a:ext cx="7851245" cy="9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large-scale,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publicly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available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dataset for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Contains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over </a:t>
            </a:r>
            <a:r>
              <a:rPr lang="it-IT" altLang="it-IT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250,000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images of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vehicles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with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annotated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it-IT" altLang="it-IT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it-IT" altLang="it-IT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Dataset </a:t>
            </a:r>
            <a:r>
              <a:rPr lang="it-IT" altLang="it-IT" b="1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Characteristics</a:t>
            </a:r>
            <a:r>
              <a:rPr lang="it-IT" altLang="it-IT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</a:t>
            </a:r>
            <a:endParaRPr lang="it-IT" altLang="it-IT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Diverse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conditions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various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lighting,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weather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viewpoints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captured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real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-world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scenarios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including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occlusion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blur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distortion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Annotations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include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bounding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boxes for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altLang="it-IT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character-level</a:t>
            </a:r>
            <a:r>
              <a:rPr lang="it-IT" altLang="it-IT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labels.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it-IT" altLang="it-IT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38" name="Elemento grafico 1737" descr="Cartella con riempimento a tinta unita">
            <a:extLst>
              <a:ext uri="{FF2B5EF4-FFF2-40B4-BE49-F238E27FC236}">
                <a16:creationId xmlns:a16="http://schemas.microsoft.com/office/drawing/2014/main" id="{23F9D096-6B26-ECC0-16BF-C8AA87A39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1718" y="3234001"/>
            <a:ext cx="1205346" cy="1205346"/>
          </a:xfrm>
          <a:prstGeom prst="rect">
            <a:avLst/>
          </a:prstGeom>
        </p:spPr>
      </p:pic>
      <p:pic>
        <p:nvPicPr>
          <p:cNvPr id="1739" name="Elemento grafico 1738" descr="Cartella con riempimento a tinta unita">
            <a:extLst>
              <a:ext uri="{FF2B5EF4-FFF2-40B4-BE49-F238E27FC236}">
                <a16:creationId xmlns:a16="http://schemas.microsoft.com/office/drawing/2014/main" id="{60095267-7AA2-7641-F531-D0260EFBF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9849" y="3651614"/>
            <a:ext cx="1205346" cy="1205346"/>
          </a:xfrm>
          <a:prstGeom prst="rect">
            <a:avLst/>
          </a:prstGeom>
        </p:spPr>
      </p:pic>
      <p:pic>
        <p:nvPicPr>
          <p:cNvPr id="1740" name="Elemento grafico 1739" descr="Cartella con riempimento a tinta unita">
            <a:extLst>
              <a:ext uri="{FF2B5EF4-FFF2-40B4-BE49-F238E27FC236}">
                <a16:creationId xmlns:a16="http://schemas.microsoft.com/office/drawing/2014/main" id="{51657201-2140-6D26-2EF4-7E3DD7BF71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5" y="2657305"/>
            <a:ext cx="1205346" cy="1205346"/>
          </a:xfrm>
          <a:prstGeom prst="rect">
            <a:avLst/>
          </a:prstGeom>
        </p:spPr>
      </p:pic>
      <p:pic>
        <p:nvPicPr>
          <p:cNvPr id="1741" name="Elemento grafico 1740" descr="Cartella con riempimento a tinta unita">
            <a:extLst>
              <a:ext uri="{FF2B5EF4-FFF2-40B4-BE49-F238E27FC236}">
                <a16:creationId xmlns:a16="http://schemas.microsoft.com/office/drawing/2014/main" id="{0990F4CE-40FB-B3B7-F3B1-22EB9D9E9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419" y="2657305"/>
            <a:ext cx="1205346" cy="1205346"/>
          </a:xfrm>
          <a:prstGeom prst="rect">
            <a:avLst/>
          </a:prstGeom>
        </p:spPr>
      </p:pic>
      <p:pic>
        <p:nvPicPr>
          <p:cNvPr id="1742" name="Elemento grafico 1741" descr="Cartella con riempimento a tinta unita">
            <a:extLst>
              <a:ext uri="{FF2B5EF4-FFF2-40B4-BE49-F238E27FC236}">
                <a16:creationId xmlns:a16="http://schemas.microsoft.com/office/drawing/2014/main" id="{F489011D-5999-BE1A-87C4-0391569770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9849" y="2657305"/>
            <a:ext cx="1205346" cy="1205346"/>
          </a:xfrm>
          <a:prstGeom prst="rect">
            <a:avLst/>
          </a:prstGeom>
        </p:spPr>
      </p:pic>
      <p:pic>
        <p:nvPicPr>
          <p:cNvPr id="1743" name="Elemento grafico 1742" descr="Cartella con riempimento a tinta unita">
            <a:extLst>
              <a:ext uri="{FF2B5EF4-FFF2-40B4-BE49-F238E27FC236}">
                <a16:creationId xmlns:a16="http://schemas.microsoft.com/office/drawing/2014/main" id="{812B0BCC-4A7F-EFEF-E45A-3B1805716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0765" y="3651614"/>
            <a:ext cx="1205346" cy="1205346"/>
          </a:xfrm>
          <a:prstGeom prst="rect">
            <a:avLst/>
          </a:prstGeom>
        </p:spPr>
      </p:pic>
      <p:pic>
        <p:nvPicPr>
          <p:cNvPr id="1744" name="Elemento grafico 1743" descr="Cartella con riempimento a tinta unita">
            <a:extLst>
              <a:ext uri="{FF2B5EF4-FFF2-40B4-BE49-F238E27FC236}">
                <a16:creationId xmlns:a16="http://schemas.microsoft.com/office/drawing/2014/main" id="{1BD81307-7563-EE78-3F61-528120FB6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5419" y="3651614"/>
            <a:ext cx="1205346" cy="1205346"/>
          </a:xfrm>
          <a:prstGeom prst="rect">
            <a:avLst/>
          </a:prstGeom>
        </p:spPr>
      </p:pic>
      <p:pic>
        <p:nvPicPr>
          <p:cNvPr id="1755" name="Elemento grafico 1754" descr="Cartella con riempimento a tinta unita">
            <a:extLst>
              <a:ext uri="{FF2B5EF4-FFF2-40B4-BE49-F238E27FC236}">
                <a16:creationId xmlns:a16="http://schemas.microsoft.com/office/drawing/2014/main" id="{647C9E35-9A00-0F1D-97D8-8505C1D9EA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6111" y="3106090"/>
            <a:ext cx="1205346" cy="1205346"/>
          </a:xfrm>
          <a:prstGeom prst="rect">
            <a:avLst/>
          </a:prstGeom>
        </p:spPr>
      </p:pic>
      <p:sp>
        <p:nvSpPr>
          <p:cNvPr id="1756" name="CasellaDiTesto 1755">
            <a:extLst>
              <a:ext uri="{FF2B5EF4-FFF2-40B4-BE49-F238E27FC236}">
                <a16:creationId xmlns:a16="http://schemas.microsoft.com/office/drawing/2014/main" id="{A259E55D-8B62-A0E5-3DC7-661332C04818}"/>
              </a:ext>
            </a:extLst>
          </p:cNvPr>
          <p:cNvSpPr txBox="1"/>
          <p:nvPr/>
        </p:nvSpPr>
        <p:spPr>
          <a:xfrm>
            <a:off x="1246910" y="3736970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base</a:t>
            </a:r>
          </a:p>
        </p:txBody>
      </p:sp>
      <p:sp>
        <p:nvSpPr>
          <p:cNvPr id="1757" name="Segno di addizione 1756">
            <a:extLst>
              <a:ext uri="{FF2B5EF4-FFF2-40B4-BE49-F238E27FC236}">
                <a16:creationId xmlns:a16="http://schemas.microsoft.com/office/drawing/2014/main" id="{70D2B4F3-DB41-C2E5-F515-66FAA847E213}"/>
              </a:ext>
            </a:extLst>
          </p:cNvPr>
          <p:cNvSpPr/>
          <p:nvPr/>
        </p:nvSpPr>
        <p:spPr>
          <a:xfrm>
            <a:off x="2244435" y="3651614"/>
            <a:ext cx="315189" cy="291736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58" name="CasellaDiTesto 1757">
            <a:extLst>
              <a:ext uri="{FF2B5EF4-FFF2-40B4-BE49-F238E27FC236}">
                <a16:creationId xmlns:a16="http://schemas.microsoft.com/office/drawing/2014/main" id="{98AF34D1-838B-6DA2-4B15-1CD94FC4A595}"/>
              </a:ext>
            </a:extLst>
          </p:cNvPr>
          <p:cNvSpPr txBox="1"/>
          <p:nvPr/>
        </p:nvSpPr>
        <p:spPr>
          <a:xfrm>
            <a:off x="2998647" y="3150323"/>
            <a:ext cx="6632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tilt</a:t>
            </a:r>
          </a:p>
        </p:txBody>
      </p:sp>
      <p:sp>
        <p:nvSpPr>
          <p:cNvPr id="1759" name="CasellaDiTesto 1758">
            <a:extLst>
              <a:ext uri="{FF2B5EF4-FFF2-40B4-BE49-F238E27FC236}">
                <a16:creationId xmlns:a16="http://schemas.microsoft.com/office/drawing/2014/main" id="{AAA1FB00-751D-9D45-F75F-24ECEEFC6BAF}"/>
              </a:ext>
            </a:extLst>
          </p:cNvPr>
          <p:cNvSpPr txBox="1"/>
          <p:nvPr/>
        </p:nvSpPr>
        <p:spPr>
          <a:xfrm>
            <a:off x="2962275" y="4115786"/>
            <a:ext cx="5853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blur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0" name="CasellaDiTesto 1759">
            <a:extLst>
              <a:ext uri="{FF2B5EF4-FFF2-40B4-BE49-F238E27FC236}">
                <a16:creationId xmlns:a16="http://schemas.microsoft.com/office/drawing/2014/main" id="{0E926ECC-6B32-9528-741B-01E1B82A6DED}"/>
              </a:ext>
            </a:extLst>
          </p:cNvPr>
          <p:cNvSpPr txBox="1"/>
          <p:nvPr/>
        </p:nvSpPr>
        <p:spPr>
          <a:xfrm>
            <a:off x="4000505" y="3144189"/>
            <a:ext cx="1120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challenge</a:t>
            </a:r>
          </a:p>
        </p:txBody>
      </p:sp>
      <p:sp>
        <p:nvSpPr>
          <p:cNvPr id="1761" name="CasellaDiTesto 1760">
            <a:extLst>
              <a:ext uri="{FF2B5EF4-FFF2-40B4-BE49-F238E27FC236}">
                <a16:creationId xmlns:a16="http://schemas.microsoft.com/office/drawing/2014/main" id="{51EE0958-60EE-886B-0BD8-F91380AD88FB}"/>
              </a:ext>
            </a:extLst>
          </p:cNvPr>
          <p:cNvSpPr txBox="1"/>
          <p:nvPr/>
        </p:nvSpPr>
        <p:spPr>
          <a:xfrm>
            <a:off x="4054187" y="4109649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fn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2" name="CasellaDiTesto 1761">
            <a:extLst>
              <a:ext uri="{FF2B5EF4-FFF2-40B4-BE49-F238E27FC236}">
                <a16:creationId xmlns:a16="http://schemas.microsoft.com/office/drawing/2014/main" id="{05F97E08-5621-FE23-6055-1A155FF069DE}"/>
              </a:ext>
            </a:extLst>
          </p:cNvPr>
          <p:cNvSpPr txBox="1"/>
          <p:nvPr/>
        </p:nvSpPr>
        <p:spPr>
          <a:xfrm>
            <a:off x="5256075" y="3144188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db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3" name="CasellaDiTesto 1762">
            <a:extLst>
              <a:ext uri="{FF2B5EF4-FFF2-40B4-BE49-F238E27FC236}">
                <a16:creationId xmlns:a16="http://schemas.microsoft.com/office/drawing/2014/main" id="{CE93C434-C855-5788-06BB-F815655059CB}"/>
              </a:ext>
            </a:extLst>
          </p:cNvPr>
          <p:cNvSpPr txBox="1"/>
          <p:nvPr/>
        </p:nvSpPr>
        <p:spPr>
          <a:xfrm>
            <a:off x="5284646" y="4109648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 err="1">
                <a:latin typeface="Poppins" panose="00000500000000000000" pitchFamily="2" charset="0"/>
                <a:cs typeface="Poppins" panose="00000500000000000000" pitchFamily="2" charset="0"/>
              </a:rPr>
              <a:t>weather</a:t>
            </a:r>
            <a:endParaRPr lang="it-IT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4" name="CasellaDiTesto 1763">
            <a:extLst>
              <a:ext uri="{FF2B5EF4-FFF2-40B4-BE49-F238E27FC236}">
                <a16:creationId xmlns:a16="http://schemas.microsoft.com/office/drawing/2014/main" id="{CF3EB1CA-1395-6190-CE0A-16DDD82C20EE}"/>
              </a:ext>
            </a:extLst>
          </p:cNvPr>
          <p:cNvSpPr txBox="1"/>
          <p:nvPr/>
        </p:nvSpPr>
        <p:spPr>
          <a:xfrm>
            <a:off x="6567054" y="3598470"/>
            <a:ext cx="827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>
                <a:latin typeface="Poppins" panose="00000500000000000000" pitchFamily="2" charset="0"/>
                <a:cs typeface="Poppins" panose="00000500000000000000" pitchFamily="2" charset="0"/>
              </a:rPr>
              <a:t>rotate</a:t>
            </a:r>
          </a:p>
        </p:txBody>
      </p:sp>
      <p:sp>
        <p:nvSpPr>
          <p:cNvPr id="1765" name="CasellaDiTesto 1764">
            <a:extLst>
              <a:ext uri="{FF2B5EF4-FFF2-40B4-BE49-F238E27FC236}">
                <a16:creationId xmlns:a16="http://schemas.microsoft.com/office/drawing/2014/main" id="{ECE65639-4253-DEDC-DC2D-FEC9335282D0}"/>
              </a:ext>
            </a:extLst>
          </p:cNvPr>
          <p:cNvSpPr txBox="1"/>
          <p:nvPr/>
        </p:nvSpPr>
        <p:spPr>
          <a:xfrm>
            <a:off x="695305" y="4215486"/>
            <a:ext cx="16781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1" dirty="0">
                <a:latin typeface="Poppins" panose="00000500000000000000" pitchFamily="2" charset="0"/>
                <a:cs typeface="Poppins" panose="00000500000000000000" pitchFamily="2" charset="0"/>
              </a:rPr>
              <a:t>Train: 160.000</a:t>
            </a:r>
          </a:p>
          <a:p>
            <a:pPr algn="ctr"/>
            <a:r>
              <a:rPr lang="it-IT" sz="1200" b="1" dirty="0">
                <a:latin typeface="Poppins" panose="00000500000000000000" pitchFamily="2" charset="0"/>
                <a:cs typeface="Poppins" panose="00000500000000000000" pitchFamily="2" charset="0"/>
              </a:rPr>
              <a:t>Val: 40.000</a:t>
            </a:r>
          </a:p>
        </p:txBody>
      </p:sp>
      <p:sp>
        <p:nvSpPr>
          <p:cNvPr id="1766" name="CasellaDiTesto 1765">
            <a:extLst>
              <a:ext uri="{FF2B5EF4-FFF2-40B4-BE49-F238E27FC236}">
                <a16:creationId xmlns:a16="http://schemas.microsoft.com/office/drawing/2014/main" id="{70EFD5DD-7742-1A9F-F0A3-025D0C4C7967}"/>
              </a:ext>
            </a:extLst>
          </p:cNvPr>
          <p:cNvSpPr txBox="1"/>
          <p:nvPr/>
        </p:nvSpPr>
        <p:spPr>
          <a:xfrm>
            <a:off x="6619876" y="4321535"/>
            <a:ext cx="602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Test</a:t>
            </a:r>
          </a:p>
        </p:txBody>
      </p:sp>
      <p:sp>
        <p:nvSpPr>
          <p:cNvPr id="1767" name="CasellaDiTesto 1766">
            <a:extLst>
              <a:ext uri="{FF2B5EF4-FFF2-40B4-BE49-F238E27FC236}">
                <a16:creationId xmlns:a16="http://schemas.microsoft.com/office/drawing/2014/main" id="{5774851F-B13B-8304-4DED-03FE8363152C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7/19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p45"/>
          <p:cNvSpPr txBox="1">
            <a:spLocks noGrp="1"/>
          </p:cNvSpPr>
          <p:nvPr>
            <p:ph type="subTitle" idx="13"/>
          </p:nvPr>
        </p:nvSpPr>
        <p:spPr>
          <a:xfrm>
            <a:off x="3343346" y="3161334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blur</a:t>
            </a:r>
            <a:endParaRPr dirty="0"/>
          </a:p>
        </p:txBody>
      </p:sp>
      <p:sp>
        <p:nvSpPr>
          <p:cNvPr id="1762" name="Google Shape;1762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Examples of possible car plates</a:t>
            </a:r>
            <a:endParaRPr dirty="0"/>
          </a:p>
        </p:txBody>
      </p:sp>
      <p:sp>
        <p:nvSpPr>
          <p:cNvPr id="1763" name="Google Shape;1763;p45"/>
          <p:cNvSpPr txBox="1">
            <a:spLocks noGrp="1"/>
          </p:cNvSpPr>
          <p:nvPr>
            <p:ph type="subTitle" idx="7"/>
          </p:nvPr>
        </p:nvSpPr>
        <p:spPr>
          <a:xfrm>
            <a:off x="720000" y="1415886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fn</a:t>
            </a:r>
            <a:endParaRPr dirty="0"/>
          </a:p>
        </p:txBody>
      </p:sp>
      <p:sp>
        <p:nvSpPr>
          <p:cNvPr id="1764" name="Google Shape;1764;p45"/>
          <p:cNvSpPr txBox="1">
            <a:spLocks noGrp="1"/>
          </p:cNvSpPr>
          <p:nvPr>
            <p:ph type="subTitle" idx="8"/>
          </p:nvPr>
        </p:nvSpPr>
        <p:spPr>
          <a:xfrm>
            <a:off x="3343346" y="1415886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db</a:t>
            </a:r>
            <a:endParaRPr dirty="0"/>
          </a:p>
        </p:txBody>
      </p:sp>
      <p:sp>
        <p:nvSpPr>
          <p:cNvPr id="1769" name="Google Shape;1769;p45"/>
          <p:cNvSpPr txBox="1">
            <a:spLocks noGrp="1"/>
          </p:cNvSpPr>
          <p:nvPr>
            <p:ph type="subTitle" idx="9"/>
          </p:nvPr>
        </p:nvSpPr>
        <p:spPr>
          <a:xfrm>
            <a:off x="720000" y="3161334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rotate</a:t>
            </a:r>
            <a:endParaRPr dirty="0"/>
          </a:p>
        </p:txBody>
      </p:sp>
      <p:sp>
        <p:nvSpPr>
          <p:cNvPr id="1770" name="Google Shape;1770;p45"/>
          <p:cNvSpPr txBox="1">
            <a:spLocks noGrp="1"/>
          </p:cNvSpPr>
          <p:nvPr>
            <p:ph type="subTitle" idx="14"/>
          </p:nvPr>
        </p:nvSpPr>
        <p:spPr>
          <a:xfrm>
            <a:off x="6219752" y="1415886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tilt</a:t>
            </a:r>
            <a:endParaRPr dirty="0"/>
          </a:p>
        </p:txBody>
      </p:sp>
      <p:sp>
        <p:nvSpPr>
          <p:cNvPr id="1771" name="Google Shape;1771;p45"/>
          <p:cNvSpPr txBox="1">
            <a:spLocks noGrp="1"/>
          </p:cNvSpPr>
          <p:nvPr>
            <p:ph type="subTitle" idx="15"/>
          </p:nvPr>
        </p:nvSpPr>
        <p:spPr>
          <a:xfrm>
            <a:off x="6219752" y="3161334"/>
            <a:ext cx="22041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weather</a:t>
            </a:r>
            <a:endParaRPr dirty="0"/>
          </a:p>
        </p:txBody>
      </p:sp>
      <p:pic>
        <p:nvPicPr>
          <p:cNvPr id="15" name="Immagine 14" descr="Immagine che contiene testo, Targa di veicolo, targa, numero&#10;&#10;Il contenuto generato dall'IA potrebbe non essere corretto.">
            <a:extLst>
              <a:ext uri="{FF2B5EF4-FFF2-40B4-BE49-F238E27FC236}">
                <a16:creationId xmlns:a16="http://schemas.microsoft.com/office/drawing/2014/main" id="{24949252-0369-EA33-B74D-02039EB3D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20" y="1818186"/>
            <a:ext cx="1764657" cy="1025499"/>
          </a:xfrm>
          <a:prstGeom prst="rect">
            <a:avLst/>
          </a:prstGeom>
        </p:spPr>
      </p:pic>
      <p:pic>
        <p:nvPicPr>
          <p:cNvPr id="17" name="Immagine 16" descr="Immagine che contiene testo, Carattere, Neon, Segnali luminosi&#10;&#10;Il contenuto generato dall'IA potrebbe non essere corretto.">
            <a:extLst>
              <a:ext uri="{FF2B5EF4-FFF2-40B4-BE49-F238E27FC236}">
                <a16:creationId xmlns:a16="http://schemas.microsoft.com/office/drawing/2014/main" id="{37B355D8-06BD-D45E-A8B2-046BAD73F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554" y="1818186"/>
            <a:ext cx="1950892" cy="1025499"/>
          </a:xfrm>
          <a:prstGeom prst="rect">
            <a:avLst/>
          </a:prstGeom>
        </p:spPr>
      </p:pic>
      <p:pic>
        <p:nvPicPr>
          <p:cNvPr id="19" name="Immagine 18" descr="Immagine che contiene testo, Targa di veicolo, targa, segnaletica&#10;&#10;Il contenuto generato dall'IA potrebbe non essere corretto.">
            <a:extLst>
              <a:ext uri="{FF2B5EF4-FFF2-40B4-BE49-F238E27FC236}">
                <a16:creationId xmlns:a16="http://schemas.microsoft.com/office/drawing/2014/main" id="{C8B1B0AE-90B5-2546-D61C-05EAA2BCD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220" y="3563634"/>
            <a:ext cx="1764657" cy="971686"/>
          </a:xfrm>
          <a:prstGeom prst="rect">
            <a:avLst/>
          </a:prstGeom>
        </p:spPr>
      </p:pic>
      <p:pic>
        <p:nvPicPr>
          <p:cNvPr id="21" name="Immagine 20" descr="Immagine che contiene orologio, testo&#10;&#10;Il contenuto generato dall'IA potrebbe non essere corretto.">
            <a:extLst>
              <a:ext uri="{FF2B5EF4-FFF2-40B4-BE49-F238E27FC236}">
                <a16:creationId xmlns:a16="http://schemas.microsoft.com/office/drawing/2014/main" id="{E9F2BE16-EBE1-2FB6-C9FC-287226FB6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6554" y="3563634"/>
            <a:ext cx="1950892" cy="971686"/>
          </a:xfrm>
          <a:prstGeom prst="rect">
            <a:avLst/>
          </a:prstGeom>
        </p:spPr>
      </p:pic>
      <p:pic>
        <p:nvPicPr>
          <p:cNvPr id="23" name="Immagine 22" descr="Immagine che contiene testo, Carattere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D3FE5E4-0898-0EFC-FDEC-BC5203167F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9752" y="3563633"/>
            <a:ext cx="1837208" cy="971685"/>
          </a:xfrm>
          <a:prstGeom prst="rect">
            <a:avLst/>
          </a:prstGeom>
        </p:spPr>
      </p:pic>
      <p:pic>
        <p:nvPicPr>
          <p:cNvPr id="25" name="Immagine 24" descr="Immagine che contiene testo, verde&#10;&#10;Il contenuto generato dall'IA potrebbe non essere corretto.">
            <a:extLst>
              <a:ext uri="{FF2B5EF4-FFF2-40B4-BE49-F238E27FC236}">
                <a16:creationId xmlns:a16="http://schemas.microsoft.com/office/drawing/2014/main" id="{16EDD03F-50B1-43F3-33C8-88B67F31C3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9746" y="1818186"/>
            <a:ext cx="1837214" cy="1025499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2739E3D1-A923-C6C6-730B-9448099EB9C8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8/19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6"/>
          <p:cNvSpPr txBox="1">
            <a:spLocks noGrp="1"/>
          </p:cNvSpPr>
          <p:nvPr>
            <p:ph type="title"/>
          </p:nvPr>
        </p:nvSpPr>
        <p:spPr>
          <a:xfrm>
            <a:off x="635233" y="272061"/>
            <a:ext cx="7140723" cy="7152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The </a:t>
            </a:r>
            <a:r>
              <a:rPr lang="it-IT" dirty="0" err="1"/>
              <a:t>Experimental</a:t>
            </a:r>
            <a:r>
              <a:rPr lang="it-IT" dirty="0"/>
              <a:t> setup (1)</a:t>
            </a:r>
            <a:endParaRPr dirty="0"/>
          </a:p>
        </p:txBody>
      </p:sp>
      <p:grpSp>
        <p:nvGrpSpPr>
          <p:cNvPr id="1843" name="Google Shape;1843;p46"/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4" name="Google Shape;1844;p46"/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/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/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/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/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/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/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3D7E163-AB10-67C8-799F-983EAC7E0D3F}"/>
              </a:ext>
            </a:extLst>
          </p:cNvPr>
          <p:cNvSpPr/>
          <p:nvPr/>
        </p:nvSpPr>
        <p:spPr>
          <a:xfrm>
            <a:off x="635233" y="1482357"/>
            <a:ext cx="3649931" cy="142875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Loss function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en-US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GIoU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Optimizer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Adam, with LR: 0.001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Batch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Epochs</a:t>
            </a: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15 </a:t>
            </a:r>
          </a:p>
          <a:p>
            <a:br>
              <a:rPr lang="en-US" dirty="0"/>
            </a:b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21CCF9DC-5E30-D85E-8B53-E89B35312282}"/>
              </a:ext>
            </a:extLst>
          </p:cNvPr>
          <p:cNvSpPr txBox="1"/>
          <p:nvPr/>
        </p:nvSpPr>
        <p:spPr>
          <a:xfrm>
            <a:off x="1963757" y="1219493"/>
            <a:ext cx="10027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Yolov5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463641D4-7571-84E5-DD1A-05929BB935CB}"/>
              </a:ext>
            </a:extLst>
          </p:cNvPr>
          <p:cNvSpPr txBox="1"/>
          <p:nvPr/>
        </p:nvSpPr>
        <p:spPr>
          <a:xfrm>
            <a:off x="6247722" y="1194955"/>
            <a:ext cx="8415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PDLPR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8AEAADF1-B76D-5DC6-7885-FAB73273F3E3}"/>
                  </a:ext>
                </a:extLst>
              </p:cNvPr>
              <p:cNvSpPr/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Loss function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Optimizer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Adam, with LR: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1</m:t>
                    </m:r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4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Batch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128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Epochs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50</a:t>
                </a:r>
              </a:p>
              <a:p>
                <a:br>
                  <a:rPr lang="en-US" dirty="0"/>
                </a:br>
                <a:endParaRPr lang="it-IT" dirty="0"/>
              </a:p>
            </p:txBody>
          </p:sp>
        </mc:Choice>
        <mc:Fallback xmlns="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8AEAADF1-B76D-5DC6-7885-FAB73273F3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7A269F7E-9E27-C9C5-6ACA-80A88AAF3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017" y="3406198"/>
            <a:ext cx="2165691" cy="33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A0DAC5E-8AA3-5401-FC71-6ED19AB85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8115" y="3696794"/>
            <a:ext cx="1608960" cy="48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magine 11" descr="Immagine che contiene Carattere, bianco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8B11CF78-46DE-2D9C-82DD-01407BFB49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1294" y="3490977"/>
            <a:ext cx="2270658" cy="61343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1003805-BEA6-4980-3054-FC964228B8C3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9/19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0">
          <a:extLst>
            <a:ext uri="{FF2B5EF4-FFF2-40B4-BE49-F238E27FC236}">
              <a16:creationId xmlns:a16="http://schemas.microsoft.com/office/drawing/2014/main" id="{E788EBC0-1C74-860F-D016-DEDDB477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46">
            <a:extLst>
              <a:ext uri="{FF2B5EF4-FFF2-40B4-BE49-F238E27FC236}">
                <a16:creationId xmlns:a16="http://schemas.microsoft.com/office/drawing/2014/main" id="{1D51499C-3E04-158C-994B-B63A8B7D4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5233" y="272061"/>
            <a:ext cx="7140723" cy="71520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/>
              <a:t>The </a:t>
            </a:r>
            <a:r>
              <a:rPr lang="it-IT" dirty="0" err="1"/>
              <a:t>Experimental</a:t>
            </a:r>
            <a:r>
              <a:rPr lang="it-IT" dirty="0"/>
              <a:t> setup (2)</a:t>
            </a:r>
            <a:endParaRPr dirty="0"/>
          </a:p>
        </p:txBody>
      </p:sp>
      <p:grpSp>
        <p:nvGrpSpPr>
          <p:cNvPr id="1843" name="Google Shape;1843;p46">
            <a:extLst>
              <a:ext uri="{FF2B5EF4-FFF2-40B4-BE49-F238E27FC236}">
                <a16:creationId xmlns:a16="http://schemas.microsoft.com/office/drawing/2014/main" id="{5A361754-900A-5025-A5AB-F1960DA4DE20}"/>
              </a:ext>
            </a:extLst>
          </p:cNvPr>
          <p:cNvGrpSpPr/>
          <p:nvPr/>
        </p:nvGrpSpPr>
        <p:grpSpPr>
          <a:xfrm>
            <a:off x="-74792" y="1766169"/>
            <a:ext cx="480890" cy="481200"/>
            <a:chOff x="959750" y="3039275"/>
            <a:chExt cx="582050" cy="582425"/>
          </a:xfrm>
        </p:grpSpPr>
        <p:sp>
          <p:nvSpPr>
            <p:cNvPr id="1844" name="Google Shape;1844;p46">
              <a:extLst>
                <a:ext uri="{FF2B5EF4-FFF2-40B4-BE49-F238E27FC236}">
                  <a16:creationId xmlns:a16="http://schemas.microsoft.com/office/drawing/2014/main" id="{99ED3732-15B0-1B58-05B0-F38FE63193AD}"/>
                </a:ext>
              </a:extLst>
            </p:cNvPr>
            <p:cNvSpPr/>
            <p:nvPr/>
          </p:nvSpPr>
          <p:spPr>
            <a:xfrm>
              <a:off x="959750" y="3498275"/>
              <a:ext cx="123450" cy="123425"/>
            </a:xfrm>
            <a:custGeom>
              <a:avLst/>
              <a:gdLst/>
              <a:ahLst/>
              <a:cxnLst/>
              <a:rect l="l" t="t" r="r" b="b"/>
              <a:pathLst>
                <a:path w="4938" h="4937" extrusionOk="0">
                  <a:moveTo>
                    <a:pt x="1403" y="0"/>
                  </a:moveTo>
                  <a:lnTo>
                    <a:pt x="1" y="1402"/>
                  </a:lnTo>
                  <a:lnTo>
                    <a:pt x="3536" y="4937"/>
                  </a:lnTo>
                  <a:lnTo>
                    <a:pt x="4937" y="3535"/>
                  </a:lnTo>
                  <a:lnTo>
                    <a:pt x="1403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46">
              <a:extLst>
                <a:ext uri="{FF2B5EF4-FFF2-40B4-BE49-F238E27FC236}">
                  <a16:creationId xmlns:a16="http://schemas.microsoft.com/office/drawing/2014/main" id="{C41D19C3-E5D7-FF57-67D5-55091BAD5CBA}"/>
                </a:ext>
              </a:extLst>
            </p:cNvPr>
            <p:cNvSpPr/>
            <p:nvPr/>
          </p:nvSpPr>
          <p:spPr>
            <a:xfrm>
              <a:off x="1035950" y="3421700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402" y="1"/>
                  </a:moveTo>
                  <a:lnTo>
                    <a:pt x="0" y="1403"/>
                  </a:lnTo>
                  <a:lnTo>
                    <a:pt x="3535" y="4952"/>
                  </a:lnTo>
                  <a:lnTo>
                    <a:pt x="4937" y="3551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46">
              <a:extLst>
                <a:ext uri="{FF2B5EF4-FFF2-40B4-BE49-F238E27FC236}">
                  <a16:creationId xmlns:a16="http://schemas.microsoft.com/office/drawing/2014/main" id="{EE97B49E-5521-7DBB-8441-51AE6FC379CD}"/>
                </a:ext>
              </a:extLst>
            </p:cNvPr>
            <p:cNvSpPr/>
            <p:nvPr/>
          </p:nvSpPr>
          <p:spPr>
            <a:xfrm>
              <a:off x="1112500" y="3345525"/>
              <a:ext cx="123825" cy="123450"/>
            </a:xfrm>
            <a:custGeom>
              <a:avLst/>
              <a:gdLst/>
              <a:ahLst/>
              <a:cxnLst/>
              <a:rect l="l" t="t" r="r" b="b"/>
              <a:pathLst>
                <a:path w="4953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46">
              <a:extLst>
                <a:ext uri="{FF2B5EF4-FFF2-40B4-BE49-F238E27FC236}">
                  <a16:creationId xmlns:a16="http://schemas.microsoft.com/office/drawing/2014/main" id="{1CF11FD1-FB15-1EAE-DF0F-F92AF9D62439}"/>
                </a:ext>
              </a:extLst>
            </p:cNvPr>
            <p:cNvSpPr/>
            <p:nvPr/>
          </p:nvSpPr>
          <p:spPr>
            <a:xfrm>
              <a:off x="1188675" y="3268975"/>
              <a:ext cx="123825" cy="123425"/>
            </a:xfrm>
            <a:custGeom>
              <a:avLst/>
              <a:gdLst/>
              <a:ahLst/>
              <a:cxnLst/>
              <a:rect l="l" t="t" r="r" b="b"/>
              <a:pathLst>
                <a:path w="4953" h="4937" extrusionOk="0">
                  <a:moveTo>
                    <a:pt x="1402" y="0"/>
                  </a:moveTo>
                  <a:lnTo>
                    <a:pt x="1" y="1402"/>
                  </a:lnTo>
                  <a:lnTo>
                    <a:pt x="3551" y="4937"/>
                  </a:lnTo>
                  <a:lnTo>
                    <a:pt x="4952" y="3550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46">
              <a:extLst>
                <a:ext uri="{FF2B5EF4-FFF2-40B4-BE49-F238E27FC236}">
                  <a16:creationId xmlns:a16="http://schemas.microsoft.com/office/drawing/2014/main" id="{988B7A55-BD5F-B812-4C0E-ED7BEB1C45B6}"/>
                </a:ext>
              </a:extLst>
            </p:cNvPr>
            <p:cNvSpPr/>
            <p:nvPr/>
          </p:nvSpPr>
          <p:spPr>
            <a:xfrm>
              <a:off x="1265625" y="3192800"/>
              <a:ext cx="123425" cy="123425"/>
            </a:xfrm>
            <a:custGeom>
              <a:avLst/>
              <a:gdLst/>
              <a:ahLst/>
              <a:cxnLst/>
              <a:rect l="l" t="t" r="r" b="b"/>
              <a:pathLst>
                <a:path w="4937" h="4937" extrusionOk="0">
                  <a:moveTo>
                    <a:pt x="1402" y="0"/>
                  </a:moveTo>
                  <a:lnTo>
                    <a:pt x="0" y="1386"/>
                  </a:lnTo>
                  <a:lnTo>
                    <a:pt x="3535" y="4936"/>
                  </a:lnTo>
                  <a:lnTo>
                    <a:pt x="4937" y="3535"/>
                  </a:lnTo>
                  <a:lnTo>
                    <a:pt x="1402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46">
              <a:extLst>
                <a:ext uri="{FF2B5EF4-FFF2-40B4-BE49-F238E27FC236}">
                  <a16:creationId xmlns:a16="http://schemas.microsoft.com/office/drawing/2014/main" id="{D20CDF1A-12D7-5690-0C6A-49EA86CE55E1}"/>
                </a:ext>
              </a:extLst>
            </p:cNvPr>
            <p:cNvSpPr/>
            <p:nvPr/>
          </p:nvSpPr>
          <p:spPr>
            <a:xfrm>
              <a:off x="1341800" y="3116225"/>
              <a:ext cx="123450" cy="123450"/>
            </a:xfrm>
            <a:custGeom>
              <a:avLst/>
              <a:gdLst/>
              <a:ahLst/>
              <a:cxnLst/>
              <a:rect l="l" t="t" r="r" b="b"/>
              <a:pathLst>
                <a:path w="4938" h="4938" extrusionOk="0">
                  <a:moveTo>
                    <a:pt x="1402" y="1"/>
                  </a:moveTo>
                  <a:lnTo>
                    <a:pt x="1" y="1402"/>
                  </a:lnTo>
                  <a:lnTo>
                    <a:pt x="3535" y="4937"/>
                  </a:lnTo>
                  <a:lnTo>
                    <a:pt x="4937" y="3535"/>
                  </a:lnTo>
                  <a:lnTo>
                    <a:pt x="1402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46">
              <a:extLst>
                <a:ext uri="{FF2B5EF4-FFF2-40B4-BE49-F238E27FC236}">
                  <a16:creationId xmlns:a16="http://schemas.microsoft.com/office/drawing/2014/main" id="{5216E027-0A76-7329-1712-86241717A9F5}"/>
                </a:ext>
              </a:extLst>
            </p:cNvPr>
            <p:cNvSpPr/>
            <p:nvPr/>
          </p:nvSpPr>
          <p:spPr>
            <a:xfrm>
              <a:off x="1418375" y="3039275"/>
              <a:ext cx="123425" cy="123825"/>
            </a:xfrm>
            <a:custGeom>
              <a:avLst/>
              <a:gdLst/>
              <a:ahLst/>
              <a:cxnLst/>
              <a:rect l="l" t="t" r="r" b="b"/>
              <a:pathLst>
                <a:path w="4937" h="4953" extrusionOk="0">
                  <a:moveTo>
                    <a:pt x="1387" y="1"/>
                  </a:moveTo>
                  <a:lnTo>
                    <a:pt x="0" y="1403"/>
                  </a:lnTo>
                  <a:lnTo>
                    <a:pt x="3535" y="4953"/>
                  </a:lnTo>
                  <a:lnTo>
                    <a:pt x="4936" y="3551"/>
                  </a:lnTo>
                  <a:lnTo>
                    <a:pt x="1387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  <a:alpha val="37270"/>
                  </a:srgbClr>
                </a:gs>
                <a:gs pos="100000">
                  <a:srgbClr val="FFFFFF">
                    <a:alpha val="0"/>
                    <a:alpha val="37270"/>
                  </a:srgbClr>
                </a:gs>
              </a:gsLst>
              <a:lin ang="108014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8DF56CD3-C483-66B3-AAC1-156E16892C96}"/>
                  </a:ext>
                </a:extLst>
              </p:cNvPr>
              <p:cNvSpPr/>
              <p:nvPr/>
            </p:nvSpPr>
            <p:spPr>
              <a:xfrm>
                <a:off x="635233" y="1482357"/>
                <a:ext cx="3649931" cy="1428750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Loss function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Mean Squared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Optimizer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Adam, with LR: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1</m:t>
                    </m:r>
                    <m:sSup>
                      <m:s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Batch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50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Epochs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30 </a:t>
                </a:r>
              </a:p>
              <a:p>
                <a:br>
                  <a:rPr lang="en-US" dirty="0"/>
                </a:br>
                <a:endParaRPr lang="it-IT" dirty="0"/>
              </a:p>
            </p:txBody>
          </p:sp>
        </mc:Choice>
        <mc:Fallback xmlns="">
          <p:sp>
            <p:nvSpPr>
              <p:cNvPr id="6" name="Rettangolo con angoli arrotondati 5">
                <a:extLst>
                  <a:ext uri="{FF2B5EF4-FFF2-40B4-BE49-F238E27FC236}">
                    <a16:creationId xmlns:a16="http://schemas.microsoft.com/office/drawing/2014/main" id="{8DF56CD3-C483-66B3-AAC1-156E16892C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33" y="1482357"/>
                <a:ext cx="3649931" cy="142875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643B7D3F-413B-BE26-6CFC-FE2284FCDDDB}"/>
              </a:ext>
            </a:extLst>
          </p:cNvPr>
          <p:cNvSpPr txBox="1"/>
          <p:nvPr/>
        </p:nvSpPr>
        <p:spPr>
          <a:xfrm>
            <a:off x="1351864" y="1194955"/>
            <a:ext cx="2497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RN18 </a:t>
            </a:r>
            <a:r>
              <a:rPr lang="it-IT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Bounding</a:t>
            </a:r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 Box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81262D05-ADA5-AE5F-865B-96E8C3331699}"/>
              </a:ext>
            </a:extLst>
          </p:cNvPr>
          <p:cNvSpPr txBox="1"/>
          <p:nvPr/>
        </p:nvSpPr>
        <p:spPr>
          <a:xfrm>
            <a:off x="6054809" y="1194955"/>
            <a:ext cx="1263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latin typeface="Poppins" panose="00000500000000000000" pitchFamily="2" charset="0"/>
                <a:cs typeface="Poppins" panose="00000500000000000000" pitchFamily="2" charset="0"/>
              </a:rPr>
              <a:t>RN18 OCR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A97B42E3-E4F8-AC10-1C14-ED70B7E56D90}"/>
                  </a:ext>
                </a:extLst>
              </p:cNvPr>
              <p:cNvSpPr/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Loss function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Cross Entropy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Optimizer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Adam, with LR: 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1</m:t>
                    </m:r>
                    <m:sSup>
                      <m:sSupPr>
                        <m:ctrlP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</m:t>
                        </m:r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, weight decay: </a:t>
                </a:r>
                <a14:m>
                  <m:oMath xmlns:m="http://schemas.openxmlformats.org/officeDocument/2006/math">
                    <m:r>
                      <a:rPr lang="it-IT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Poppins" panose="00000500000000000000" pitchFamily="2" charset="0"/>
                      </a:rPr>
                      <m:t>5</m:t>
                    </m:r>
                    <m:sSup>
                      <m:sSupPr>
                        <m:ctrlP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𝑒</m:t>
                        </m:r>
                      </m:e>
                      <m:sup>
                        <m:r>
                          <a:rPr lang="it-IT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Poppins" panose="00000500000000000000" pitchFamily="2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dirty="0">
                  <a:solidFill>
                    <a:schemeClr val="tx1"/>
                  </a:solidFill>
                  <a:latin typeface="Poppins" panose="00000500000000000000" pitchFamily="2" charset="0"/>
                  <a:cs typeface="Poppins" panose="00000500000000000000" pitchFamily="2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Batch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128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Epochs</a:t>
                </a:r>
                <a:r>
                  <a:rPr lang="en-US" dirty="0">
                    <a:solidFill>
                      <a:schemeClr val="tx1"/>
                    </a:solidFill>
                    <a:latin typeface="Poppins" panose="00000500000000000000" pitchFamily="2" charset="0"/>
                    <a:cs typeface="Poppins" panose="00000500000000000000" pitchFamily="2" charset="0"/>
                  </a:rPr>
                  <a:t>: 30</a:t>
                </a:r>
              </a:p>
              <a:p>
                <a:br>
                  <a:rPr lang="en-US" dirty="0"/>
                </a:br>
                <a:endParaRPr lang="it-IT" dirty="0"/>
              </a:p>
            </p:txBody>
          </p:sp>
        </mc:Choice>
        <mc:Fallback xmlns="">
          <p:sp>
            <p:nvSpPr>
              <p:cNvPr id="10" name="Rettangolo con angoli arrotondati 9">
                <a:extLst>
                  <a:ext uri="{FF2B5EF4-FFF2-40B4-BE49-F238E27FC236}">
                    <a16:creationId xmlns:a16="http://schemas.microsoft.com/office/drawing/2014/main" id="{A97B42E3-E4F8-AC10-1C14-ED70B7E56D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259" y="1489205"/>
                <a:ext cx="3649931" cy="142190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magine 11" descr="Immagine che contiene Carattere, bianco, testo, diagramma&#10;&#10;Il contenuto generato dall'IA potrebbe non essere corretto.">
            <a:extLst>
              <a:ext uri="{FF2B5EF4-FFF2-40B4-BE49-F238E27FC236}">
                <a16:creationId xmlns:a16="http://schemas.microsoft.com/office/drawing/2014/main" id="{8F3045B3-FA6D-552F-F0C5-69C472F00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1293" y="3457438"/>
            <a:ext cx="2270658" cy="6134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6DF54DE-F743-219C-C581-822672F85015}"/>
                  </a:ext>
                </a:extLst>
              </p:cNvPr>
              <p:cNvSpPr txBox="1"/>
              <p:nvPr/>
            </p:nvSpPr>
            <p:spPr>
              <a:xfrm>
                <a:off x="1074024" y="3457438"/>
                <a:ext cx="3052796" cy="680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𝑀𝑆𝐸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E6DF54DE-F743-219C-C581-822672F85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024" y="3457438"/>
                <a:ext cx="3052796" cy="68050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141490-413E-38ED-5AC9-CB7909F5F7F5}"/>
              </a:ext>
            </a:extLst>
          </p:cNvPr>
          <p:cNvSpPr txBox="1"/>
          <p:nvPr/>
        </p:nvSpPr>
        <p:spPr>
          <a:xfrm>
            <a:off x="8424000" y="4698475"/>
            <a:ext cx="6079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10/19</a:t>
            </a:r>
          </a:p>
        </p:txBody>
      </p:sp>
    </p:spTree>
    <p:extLst>
      <p:ext uri="{BB962C8B-B14F-4D97-AF65-F5344CB8AC3E}">
        <p14:creationId xmlns:p14="http://schemas.microsoft.com/office/powerpoint/2010/main" val="118122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/>
          <p:cNvSpPr txBox="1">
            <a:spLocks noGrp="1"/>
          </p:cNvSpPr>
          <p:nvPr>
            <p:ph type="title"/>
          </p:nvPr>
        </p:nvSpPr>
        <p:spPr>
          <a:xfrm>
            <a:off x="554202" y="3294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Yolov5 and RN18 BB results</a:t>
            </a:r>
            <a:endParaRPr sz="2800" dirty="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80302667-A69F-2230-D793-7B3BF3AF6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628516"/>
              </p:ext>
            </p:extLst>
          </p:nvPr>
        </p:nvGraphicFramePr>
        <p:xfrm>
          <a:off x="1524000" y="1345842"/>
          <a:ext cx="6096000" cy="3337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3055627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1883961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5913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Yolov5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RN18 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459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96,8%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88.7%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23783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blur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80.1%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190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87,7%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82.1%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261940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db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78,3%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76.2%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0234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fn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75.8%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840221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84.3%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144789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87,2%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82.4%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381634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weather</a:t>
                      </a:r>
                      <a:endParaRPr lang="it-IT" dirty="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92,5%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86.2%</a:t>
                      </a:r>
                      <a:endParaRPr lang="it-IT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57554819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13924F5B-D0C4-E8B8-B0CE-BD30167D46AC}"/>
              </a:ext>
            </a:extLst>
          </p:cNvPr>
          <p:cNvSpPr txBox="1"/>
          <p:nvPr/>
        </p:nvSpPr>
        <p:spPr>
          <a:xfrm>
            <a:off x="1524000" y="1075174"/>
            <a:ext cx="21855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>
                <a:latin typeface="Poppins" panose="00000500000000000000" pitchFamily="2" charset="0"/>
                <a:cs typeface="Poppins" panose="00000500000000000000" pitchFamily="2" charset="0"/>
              </a:rPr>
              <a:t>IoU</a:t>
            </a:r>
            <a:r>
              <a:rPr lang="it-IT" b="1" dirty="0">
                <a:latin typeface="Poppins" panose="00000500000000000000" pitchFamily="2" charset="0"/>
                <a:cs typeface="Poppins" panose="00000500000000000000" pitchFamily="2" charset="0"/>
              </a:rPr>
              <a:t> &gt; 0.70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4B8DDDB-F06B-FA1B-21DE-001E3B2AF169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11/19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>
          <a:extLst>
            <a:ext uri="{FF2B5EF4-FFF2-40B4-BE49-F238E27FC236}">
              <a16:creationId xmlns:a16="http://schemas.microsoft.com/office/drawing/2014/main" id="{9D30D14E-CA85-C3F0-3068-327AACB6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>
            <a:extLst>
              <a:ext uri="{FF2B5EF4-FFF2-40B4-BE49-F238E27FC236}">
                <a16:creationId xmlns:a16="http://schemas.microsoft.com/office/drawing/2014/main" id="{6A20907C-FF0D-5541-2066-211560A958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202" y="3294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RN18 OCR results</a:t>
            </a:r>
            <a:endParaRPr sz="2800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57EE7AE-E9EB-8A7F-CBB2-F26AE94EE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70476"/>
              </p:ext>
            </p:extLst>
          </p:nvPr>
        </p:nvGraphicFramePr>
        <p:xfrm>
          <a:off x="321547" y="1318497"/>
          <a:ext cx="8531050" cy="32082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53105">
                  <a:extLst>
                    <a:ext uri="{9D8B030D-6E8A-4147-A177-3AD203B41FA5}">
                      <a16:colId xmlns:a16="http://schemas.microsoft.com/office/drawing/2014/main" val="2971400418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055012077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62012048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139741373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47432201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841330371"/>
                    </a:ext>
                  </a:extLst>
                </a:gridCol>
                <a:gridCol w="826979">
                  <a:extLst>
                    <a:ext uri="{9D8B030D-6E8A-4147-A177-3AD203B41FA5}">
                      <a16:colId xmlns:a16="http://schemas.microsoft.com/office/drawing/2014/main" val="120667152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837845095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122859191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359995384"/>
                    </a:ext>
                  </a:extLst>
                </a:gridCol>
              </a:tblGrid>
              <a:tr h="3915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tilt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blur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rotate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fn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db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weather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  <a:endParaRPr lang="it-IT" sz="1200" b="1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8716341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samples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40000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30216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20611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10053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50003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20967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10132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9999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150K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07365037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avg loss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0.3216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0.1204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0.1077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0.0700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0.0734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0.0859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0.1089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0.0040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0.1115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5262040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acc/char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99.45%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88.65%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95.44%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96.14%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94.64%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93.94%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93.28%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98.60%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95.14%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5871040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plate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98.86%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75.39%  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79.45%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84.12%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78.49%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77.51%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76.41%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97.40%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83.03%</a:t>
                      </a:r>
                      <a:endParaRPr lang="it-IT" sz="120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2655538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DCF6E60A-98B2-B403-EEB8-EF7784BF636B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12/19</a:t>
            </a:r>
          </a:p>
        </p:txBody>
      </p:sp>
    </p:spTree>
    <p:extLst>
      <p:ext uri="{BB962C8B-B14F-4D97-AF65-F5344CB8AC3E}">
        <p14:creationId xmlns:p14="http://schemas.microsoft.com/office/powerpoint/2010/main" val="2507756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2">
          <a:extLst>
            <a:ext uri="{FF2B5EF4-FFF2-40B4-BE49-F238E27FC236}">
              <a16:creationId xmlns:a16="http://schemas.microsoft.com/office/drawing/2014/main" id="{7E26FD93-617C-A692-A9B9-D624C5F12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3" name="Google Shape;2073;p51">
            <a:extLst>
              <a:ext uri="{FF2B5EF4-FFF2-40B4-BE49-F238E27FC236}">
                <a16:creationId xmlns:a16="http://schemas.microsoft.com/office/drawing/2014/main" id="{01F3239E-02C4-557A-8725-91BB38A221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54202" y="3294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PDLPR results</a:t>
            </a:r>
            <a:endParaRPr sz="2800"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BB60E403-B13C-1E7C-C256-F32F239CB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0882583"/>
              </p:ext>
            </p:extLst>
          </p:nvPr>
        </p:nvGraphicFramePr>
        <p:xfrm>
          <a:off x="321547" y="1318497"/>
          <a:ext cx="8531050" cy="320828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53105">
                  <a:extLst>
                    <a:ext uri="{9D8B030D-6E8A-4147-A177-3AD203B41FA5}">
                      <a16:colId xmlns:a16="http://schemas.microsoft.com/office/drawing/2014/main" val="2971400418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055012077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62012048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139741373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2474322016"/>
                    </a:ext>
                  </a:extLst>
                </a:gridCol>
                <a:gridCol w="879231">
                  <a:extLst>
                    <a:ext uri="{9D8B030D-6E8A-4147-A177-3AD203B41FA5}">
                      <a16:colId xmlns:a16="http://schemas.microsoft.com/office/drawing/2014/main" val="841330371"/>
                    </a:ext>
                  </a:extLst>
                </a:gridCol>
                <a:gridCol w="826979">
                  <a:extLst>
                    <a:ext uri="{9D8B030D-6E8A-4147-A177-3AD203B41FA5}">
                      <a16:colId xmlns:a16="http://schemas.microsoft.com/office/drawing/2014/main" val="1206671522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837845095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122859191"/>
                    </a:ext>
                  </a:extLst>
                </a:gridCol>
                <a:gridCol w="853105">
                  <a:extLst>
                    <a:ext uri="{9D8B030D-6E8A-4147-A177-3AD203B41FA5}">
                      <a16:colId xmlns:a16="http://schemas.microsoft.com/office/drawing/2014/main" val="3359995384"/>
                    </a:ext>
                  </a:extLst>
                </a:gridCol>
              </a:tblGrid>
              <a:tr h="391569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base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tilt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blur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rotate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challenge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fn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db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weather</a:t>
                      </a:r>
                      <a:endParaRPr lang="it-IT" sz="1200" b="0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total</a:t>
                      </a:r>
                      <a:endParaRPr lang="it-IT" sz="1200" b="1" dirty="0">
                        <a:solidFill>
                          <a:schemeClr val="bg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8716341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samples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40000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30216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20611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10053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50003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20967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10132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9999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150K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07365037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avg loss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0.1096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0.0922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0.0552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0.1178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0.1206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0.1511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0.0080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0.1096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0.1115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52620408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acc/char</a:t>
                      </a:r>
                      <a:endParaRPr lang="it-IT" sz="120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99.45%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96.74%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97.44%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98.74%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97.11%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96.82%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96.02%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99.78%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97.76%</a:t>
                      </a:r>
                      <a:endParaRPr lang="it-IT" sz="1200" b="1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058710403"/>
                  </a:ext>
                </a:extLst>
              </a:tr>
              <a:tr h="704179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acc</a:t>
                      </a:r>
                      <a:r>
                        <a:rPr lang="it-IT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/</a:t>
                      </a:r>
                      <a:r>
                        <a:rPr lang="it-IT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plate</a:t>
                      </a:r>
                      <a:endParaRPr lang="it-IT" sz="1200" dirty="0"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99.07%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82.22%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85.83%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92.86%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85.94%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84.27%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80.04%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0" i="0" u="none" strike="noStrike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98.46%</a:t>
                      </a:r>
                      <a:endParaRPr lang="it-IT" sz="120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it-IT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89.59%</a:t>
                      </a:r>
                      <a:endParaRPr lang="it-IT" sz="1200" dirty="0">
                        <a:solidFill>
                          <a:schemeClr val="tx1"/>
                        </a:solidFill>
                        <a:effectLst/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82655538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F0ECD9FC-49EF-DE3B-A6F2-F2CA57F04B08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13/19</a:t>
            </a:r>
          </a:p>
        </p:txBody>
      </p:sp>
    </p:spTree>
    <p:extLst>
      <p:ext uri="{BB962C8B-B14F-4D97-AF65-F5344CB8AC3E}">
        <p14:creationId xmlns:p14="http://schemas.microsoft.com/office/powerpoint/2010/main" val="229927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ADE18478-5583-9476-178B-A94BADFC6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000" dirty="0" err="1"/>
              <a:t>Accuracy</a:t>
            </a:r>
            <a:r>
              <a:rPr lang="it-IT" sz="2000" dirty="0"/>
              <a:t> for </a:t>
            </a:r>
            <a:r>
              <a:rPr lang="it-IT" sz="2000" dirty="0" err="1"/>
              <a:t>character</a:t>
            </a:r>
            <a:r>
              <a:rPr lang="it-IT" sz="2000" dirty="0"/>
              <a:t> position (</a:t>
            </a:r>
            <a:r>
              <a:rPr lang="it-IT" sz="2000" dirty="0" err="1"/>
              <a:t>ccpd-weather</a:t>
            </a:r>
            <a:r>
              <a:rPr lang="it-IT" sz="2000" dirty="0"/>
              <a:t>)</a:t>
            </a:r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88C21AB5-15B4-FC28-FE07-15E80987A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5765628"/>
              </p:ext>
            </p:extLst>
          </p:nvPr>
        </p:nvGraphicFramePr>
        <p:xfrm>
          <a:off x="1267689" y="1054676"/>
          <a:ext cx="6717723" cy="378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C8C94173-2D85-6480-0478-A180DDA44C76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14/19</a:t>
            </a:r>
          </a:p>
        </p:txBody>
      </p:sp>
    </p:spTree>
    <p:extLst>
      <p:ext uri="{BB962C8B-B14F-4D97-AF65-F5344CB8AC3E}">
        <p14:creationId xmlns:p14="http://schemas.microsoft.com/office/powerpoint/2010/main" val="1460930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6E5D256E-D33F-D890-6B3A-E9A90B461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43F4D970-FD7C-95AA-5E37-4DEA8378DF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Most common letter and number confusions (1)</a:t>
            </a:r>
            <a:endParaRPr sz="20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5EF5216F-26BA-967D-DF0E-8B0C661E88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9000446"/>
              </p:ext>
            </p:extLst>
          </p:nvPr>
        </p:nvGraphicFramePr>
        <p:xfrm>
          <a:off x="1695450" y="101772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EC4E3B3-2FCB-D22F-08E4-0AD144AFDA80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15/19</a:t>
            </a:r>
          </a:p>
        </p:txBody>
      </p:sp>
    </p:spTree>
    <p:extLst>
      <p:ext uri="{BB962C8B-B14F-4D97-AF65-F5344CB8AC3E}">
        <p14:creationId xmlns:p14="http://schemas.microsoft.com/office/powerpoint/2010/main" val="2340942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9D34C1BE-5AD3-5E83-AF6E-2D8392D3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F495C3FD-1004-FA6B-BCBB-577D871D33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Most common letter and number confusions (2)</a:t>
            </a:r>
            <a:endParaRPr sz="20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graphicFrame>
        <p:nvGraphicFramePr>
          <p:cNvPr id="12" name="Grafico 11">
            <a:extLst>
              <a:ext uri="{FF2B5EF4-FFF2-40B4-BE49-F238E27FC236}">
                <a16:creationId xmlns:a16="http://schemas.microsoft.com/office/drawing/2014/main" id="{0B759D83-6C4C-5108-1710-6F3DE767F8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427501"/>
              </p:ext>
            </p:extLst>
          </p:nvPr>
        </p:nvGraphicFramePr>
        <p:xfrm>
          <a:off x="1695450" y="1017725"/>
          <a:ext cx="60960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0A78BE-D3ED-89EB-1628-E14FBE9831B7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16/19</a:t>
            </a:r>
          </a:p>
        </p:txBody>
      </p:sp>
    </p:spTree>
    <p:extLst>
      <p:ext uri="{BB962C8B-B14F-4D97-AF65-F5344CB8AC3E}">
        <p14:creationId xmlns:p14="http://schemas.microsoft.com/office/powerpoint/2010/main" val="2025094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7A16B54D-B5F2-58EF-1A36-CACD0414E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14524B6A-D309-511B-5B14-FCE8ADFC32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Conclusions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" name="Google Shape;1532;p39">
            <a:extLst>
              <a:ext uri="{FF2B5EF4-FFF2-40B4-BE49-F238E27FC236}">
                <a16:creationId xmlns:a16="http://schemas.microsoft.com/office/drawing/2014/main" id="{D6A2443F-C37D-9FA9-E2D3-6B23D2613D1A}"/>
              </a:ext>
            </a:extLst>
          </p:cNvPr>
          <p:cNvSpPr txBox="1">
            <a:spLocks/>
          </p:cNvSpPr>
          <p:nvPr/>
        </p:nvSpPr>
        <p:spPr>
          <a:xfrm>
            <a:off x="719999" y="1177071"/>
            <a:ext cx="7851245" cy="9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r>
              <a:rPr lang="en-US" dirty="0"/>
              <a:t>The specialized </a:t>
            </a:r>
            <a:r>
              <a:rPr lang="en-US" b="1" dirty="0"/>
              <a:t>YOLOv5 + PDLPR pipeline </a:t>
            </a:r>
            <a:r>
              <a:rPr lang="en-US" dirty="0"/>
              <a:t>delivers superior results, while </a:t>
            </a:r>
            <a:r>
              <a:rPr lang="en-US" b="1" dirty="0"/>
              <a:t>ResNet18</a:t>
            </a:r>
            <a:r>
              <a:rPr lang="en-US" dirty="0"/>
              <a:t>, a general-purpose model, achieves comparable performance with significantly faster training and easier management.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ResNet18 OCR and PDLPR show </a:t>
            </a:r>
            <a:r>
              <a:rPr lang="en-US" b="1" dirty="0"/>
              <a:t>comparable performance</a:t>
            </a:r>
            <a:r>
              <a:rPr lang="en-US" dirty="0"/>
              <a:t>, as ResNet18 demonstrates superior character recognition capabilities. However, ResNet18 falls slightly behind in bounding box detection, though it still delivers absolutely acceptable results that meet project requirements.</a:t>
            </a:r>
          </a:p>
          <a:p>
            <a:pPr marL="0" indent="0"/>
            <a:endParaRPr lang="en-US" dirty="0"/>
          </a:p>
          <a:p>
            <a:pPr marL="0" indent="0"/>
            <a:r>
              <a:rPr lang="en-US" dirty="0"/>
              <a:t>Both approaches effectively deliver the desired outcomes while offering distinct advantages in specialization versus versatility.</a:t>
            </a:r>
          </a:p>
          <a:p>
            <a:pPr marL="0" indent="0"/>
            <a:br>
              <a:rPr lang="en-US" dirty="0"/>
            </a:br>
            <a:endParaRPr lang="en-US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BE05A14-0F41-81C1-6A54-5D81E742C40D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17/19</a:t>
            </a:r>
          </a:p>
        </p:txBody>
      </p:sp>
    </p:spTree>
    <p:extLst>
      <p:ext uri="{BB962C8B-B14F-4D97-AF65-F5344CB8AC3E}">
        <p14:creationId xmlns:p14="http://schemas.microsoft.com/office/powerpoint/2010/main" val="636501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7BB70CBF-8C65-898F-A97B-E61A90F0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336BF431-9AE9-F359-B159-582676842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Future works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4" name="Google Shape;1532;p39">
            <a:extLst>
              <a:ext uri="{FF2B5EF4-FFF2-40B4-BE49-F238E27FC236}">
                <a16:creationId xmlns:a16="http://schemas.microsoft.com/office/drawing/2014/main" id="{8100DE81-D599-4FB3-9B93-45240D4C7DA5}"/>
              </a:ext>
            </a:extLst>
          </p:cNvPr>
          <p:cNvSpPr txBox="1">
            <a:spLocks/>
          </p:cNvSpPr>
          <p:nvPr/>
        </p:nvSpPr>
        <p:spPr>
          <a:xfrm>
            <a:off x="418663" y="1589973"/>
            <a:ext cx="7851245" cy="981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indent="0"/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9EC34C5-87AF-7429-499A-51573A7D0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1" y="1335113"/>
            <a:ext cx="7338150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would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be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interesting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evaluate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the model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proposed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in the paper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YOLOv11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latest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version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the YOLO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architecture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to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potentially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improve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Testing the model on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additional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datasets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would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help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assess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its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flexibility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kumimoji="0" lang="it-IT" altLang="it-IT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generalization</a:t>
            </a:r>
            <a:r>
              <a:rPr kumimoji="0" lang="it-IT" altLang="it-IT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capabilities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especially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for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different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types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of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plates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across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various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regions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 or formats.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E157533-0082-5102-AB0D-EA055D3BC11D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18/19</a:t>
            </a:r>
          </a:p>
        </p:txBody>
      </p:sp>
    </p:spTree>
    <p:extLst>
      <p:ext uri="{BB962C8B-B14F-4D97-AF65-F5344CB8AC3E}">
        <p14:creationId xmlns:p14="http://schemas.microsoft.com/office/powerpoint/2010/main" val="987648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5">
          <a:extLst>
            <a:ext uri="{FF2B5EF4-FFF2-40B4-BE49-F238E27FC236}">
              <a16:creationId xmlns:a16="http://schemas.microsoft.com/office/drawing/2014/main" id="{5BE0FC51-4D57-4CD5-6F84-FDCE350F3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37">
            <a:extLst>
              <a:ext uri="{FF2B5EF4-FFF2-40B4-BE49-F238E27FC236}">
                <a16:creationId xmlns:a16="http://schemas.microsoft.com/office/drawing/2014/main" id="{72E86E58-83BA-6A22-0004-9CB16BD776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rPr>
              <a:t>Reference</a:t>
            </a:r>
            <a:endParaRPr sz="3200" dirty="0">
              <a:solidFill>
                <a:schemeClr val="dk2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1467" name="Google Shape;1467;p37">
            <a:extLst>
              <a:ext uri="{FF2B5EF4-FFF2-40B4-BE49-F238E27FC236}">
                <a16:creationId xmlns:a16="http://schemas.microsoft.com/office/drawing/2014/main" id="{53B40D23-C1DE-EF0F-F6EA-0286FB8B805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321547" y="1762230"/>
            <a:ext cx="8254721" cy="33812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fontAlgn="base"/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1. Tao, L., A Real-Time License Plate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Model in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Unconstrained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Scenarios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Sensors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 Hong, S.,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Lin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Y., Chen, Y., He, P.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Tie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Z. (2024). 24(9), 2791</a:t>
            </a:r>
          </a:p>
          <a:p>
            <a:pPr fontAlgn="base"/>
            <a:endParaRPr lang="it-IT" sz="1200" b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Xu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Z.; Yang, W.;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Meng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A.; Lu, N.; Huang, H.; Ying, C.; Huang, L.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Towards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end-to-end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license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plate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detection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: A large dataset and baseline. In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Proceedings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of the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European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Conference on Computer Vision (ECCV),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Munich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Germany, 8–14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September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2018.</a:t>
            </a:r>
          </a:p>
          <a:p>
            <a:pPr fontAlgn="base"/>
            <a:endParaRPr lang="it-IT" sz="1200" b="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fontAlgn="base"/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3. R. K.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Prajapati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Y.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Bhardwaj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R. K. Jain and D. Kamal Kant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Hiran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”A Review Paper on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Automatic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Number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Plate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using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Machine Learning : An In-Depth Analysis of Machine Learning Techniques in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Automatic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Number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Plate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Recognition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: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Opportunities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and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Limitations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,” 2023 International Conference on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Computational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Intelligence,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Communication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 Technology and Networking (CICTN), </a:t>
            </a:r>
            <a:r>
              <a:rPr lang="it-IT" sz="1200" b="0" dirty="0" err="1">
                <a:latin typeface="Poppins" panose="00000500000000000000" pitchFamily="2" charset="0"/>
                <a:cs typeface="Poppins" panose="00000500000000000000" pitchFamily="2" charset="0"/>
              </a:rPr>
              <a:t>Ghaziabad</a:t>
            </a:r>
            <a:r>
              <a:rPr lang="it-IT" sz="1200" b="0" dirty="0">
                <a:latin typeface="Poppins" panose="00000500000000000000" pitchFamily="2" charset="0"/>
                <a:cs typeface="Poppins" panose="00000500000000000000" pitchFamily="2" charset="0"/>
              </a:rPr>
              <a:t>, India, 2023, pp. 527-532</a:t>
            </a:r>
          </a:p>
          <a:p>
            <a:br>
              <a:rPr lang="it-IT" dirty="0"/>
            </a:b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D544771-3BBF-E7A4-D396-3B8736D84E06}"/>
              </a:ext>
            </a:extLst>
          </p:cNvPr>
          <p:cNvSpPr txBox="1"/>
          <p:nvPr/>
        </p:nvSpPr>
        <p:spPr>
          <a:xfrm>
            <a:off x="8424000" y="4698475"/>
            <a:ext cx="607926" cy="30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Poppins" panose="00000500000000000000" pitchFamily="2" charset="0"/>
                <a:cs typeface="Poppins" panose="00000500000000000000" pitchFamily="2" charset="0"/>
              </a:rPr>
              <a:t>19/19</a:t>
            </a:r>
          </a:p>
        </p:txBody>
      </p:sp>
    </p:spTree>
    <p:extLst>
      <p:ext uri="{BB962C8B-B14F-4D97-AF65-F5344CB8AC3E}">
        <p14:creationId xmlns:p14="http://schemas.microsoft.com/office/powerpoint/2010/main" val="25734584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>
          <a:extLst>
            <a:ext uri="{FF2B5EF4-FFF2-40B4-BE49-F238E27FC236}">
              <a16:creationId xmlns:a16="http://schemas.microsoft.com/office/drawing/2014/main" id="{705C4392-7FB2-9875-D1BE-91C2D1137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5">
            <a:extLst>
              <a:ext uri="{FF2B5EF4-FFF2-40B4-BE49-F238E27FC236}">
                <a16:creationId xmlns:a16="http://schemas.microsoft.com/office/drawing/2014/main" id="{4F92FBB0-D0BE-CF50-41AA-801C004E6DB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it-IT" sz="3200" dirty="0">
                <a:solidFill>
                  <a:schemeClr val="dk2"/>
                </a:solidFill>
              </a:rPr>
              <a:t>Tha</a:t>
            </a:r>
            <a:r>
              <a:rPr lang="it-IT" sz="3200" dirty="0"/>
              <a:t>nks for </a:t>
            </a:r>
            <a:r>
              <a:rPr lang="it-IT" sz="3200" dirty="0" err="1"/>
              <a:t>your</a:t>
            </a:r>
            <a:r>
              <a:rPr lang="it-IT" sz="3200" dirty="0"/>
              <a:t> </a:t>
            </a:r>
            <a:r>
              <a:rPr lang="it-IT" sz="3200" dirty="0" err="1"/>
              <a:t>attention</a:t>
            </a:r>
            <a:endParaRPr sz="3200" dirty="0">
              <a:solidFill>
                <a:schemeClr val="dk1"/>
              </a:solidFill>
            </a:endParaRPr>
          </a:p>
        </p:txBody>
      </p:sp>
      <p:grpSp>
        <p:nvGrpSpPr>
          <p:cNvPr id="1432" name="Google Shape;1432;p35">
            <a:extLst>
              <a:ext uri="{FF2B5EF4-FFF2-40B4-BE49-F238E27FC236}">
                <a16:creationId xmlns:a16="http://schemas.microsoft.com/office/drawing/2014/main" id="{1BBF908E-D2FC-8AC6-BA70-B4EC8AC23A63}"/>
              </a:ext>
            </a:extLst>
          </p:cNvPr>
          <p:cNvGrpSpPr/>
          <p:nvPr/>
        </p:nvGrpSpPr>
        <p:grpSpPr>
          <a:xfrm>
            <a:off x="1096850" y="3242811"/>
            <a:ext cx="3936683" cy="134070"/>
            <a:chOff x="1096850" y="3242811"/>
            <a:chExt cx="3936683" cy="134070"/>
          </a:xfrm>
        </p:grpSpPr>
        <p:cxnSp>
          <p:nvCxnSpPr>
            <p:cNvPr id="1433" name="Google Shape;1433;p35">
              <a:extLst>
                <a:ext uri="{FF2B5EF4-FFF2-40B4-BE49-F238E27FC236}">
                  <a16:creationId xmlns:a16="http://schemas.microsoft.com/office/drawing/2014/main" id="{DE43356A-8136-C6DE-E0C2-5A0EB970F820}"/>
                </a:ext>
              </a:extLst>
            </p:cNvPr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4" name="Google Shape;1434;p35">
              <a:extLst>
                <a:ext uri="{FF2B5EF4-FFF2-40B4-BE49-F238E27FC236}">
                  <a16:creationId xmlns:a16="http://schemas.microsoft.com/office/drawing/2014/main" id="{EEC7408D-73A1-2BE1-0A4A-3F53D3021640}"/>
                </a:ext>
              </a:extLst>
            </p:cNvPr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1435" name="Google Shape;1435;p35">
                <a:extLst>
                  <a:ext uri="{FF2B5EF4-FFF2-40B4-BE49-F238E27FC236}">
                    <a16:creationId xmlns:a16="http://schemas.microsoft.com/office/drawing/2014/main" id="{00ED74EE-284A-B5F8-F155-8534143FB006}"/>
                  </a:ext>
                </a:extLst>
              </p:cNvPr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35">
                <a:extLst>
                  <a:ext uri="{FF2B5EF4-FFF2-40B4-BE49-F238E27FC236}">
                    <a16:creationId xmlns:a16="http://schemas.microsoft.com/office/drawing/2014/main" id="{2444FFA2-1F6C-BB0C-0BE2-E562C5B8197B}"/>
                  </a:ext>
                </a:extLst>
              </p:cNvPr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37" name="Google Shape;1437;p35">
            <a:extLst>
              <a:ext uri="{FF2B5EF4-FFF2-40B4-BE49-F238E27FC236}">
                <a16:creationId xmlns:a16="http://schemas.microsoft.com/office/drawing/2014/main" id="{0B086D2C-E283-0B87-5DA9-9E750AF06AD6}"/>
              </a:ext>
            </a:extLst>
          </p:cNvPr>
          <p:cNvGrpSpPr/>
          <p:nvPr/>
        </p:nvGrpSpPr>
        <p:grpSpPr>
          <a:xfrm>
            <a:off x="8017432" y="-313900"/>
            <a:ext cx="134070" cy="1891362"/>
            <a:chOff x="8017432" y="-313900"/>
            <a:chExt cx="134070" cy="1891362"/>
          </a:xfrm>
        </p:grpSpPr>
        <p:sp>
          <p:nvSpPr>
            <p:cNvPr id="1438" name="Google Shape;1438;p35">
              <a:extLst>
                <a:ext uri="{FF2B5EF4-FFF2-40B4-BE49-F238E27FC236}">
                  <a16:creationId xmlns:a16="http://schemas.microsoft.com/office/drawing/2014/main" id="{E55ED017-8C24-7100-21CC-98E0063F456B}"/>
                </a:ext>
              </a:extLst>
            </p:cNvPr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39" name="Google Shape;1439;p35">
              <a:extLst>
                <a:ext uri="{FF2B5EF4-FFF2-40B4-BE49-F238E27FC236}">
                  <a16:creationId xmlns:a16="http://schemas.microsoft.com/office/drawing/2014/main" id="{62966DCE-BB21-0201-2F1C-467882196E67}"/>
                </a:ext>
              </a:extLst>
            </p:cNvPr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40" name="Google Shape;1440;p35">
              <a:extLst>
                <a:ext uri="{FF2B5EF4-FFF2-40B4-BE49-F238E27FC236}">
                  <a16:creationId xmlns:a16="http://schemas.microsoft.com/office/drawing/2014/main" id="{4CC2D224-E451-8582-0B87-21C022F34D7B}"/>
                </a:ext>
              </a:extLst>
            </p:cNvPr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1" name="Google Shape;1441;p35">
            <a:extLst>
              <a:ext uri="{FF2B5EF4-FFF2-40B4-BE49-F238E27FC236}">
                <a16:creationId xmlns:a16="http://schemas.microsoft.com/office/drawing/2014/main" id="{99B3E1AC-C377-A611-0335-E1BCDDB34680}"/>
              </a:ext>
            </a:extLst>
          </p:cNvPr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1442" name="Google Shape;1442;p35">
              <a:extLst>
                <a:ext uri="{FF2B5EF4-FFF2-40B4-BE49-F238E27FC236}">
                  <a16:creationId xmlns:a16="http://schemas.microsoft.com/office/drawing/2014/main" id="{DD18E169-C5FE-7D76-A9C6-58ED3D5F5A0A}"/>
                </a:ext>
              </a:extLst>
            </p:cNvPr>
            <p:cNvSpPr/>
            <p:nvPr/>
          </p:nvSpPr>
          <p:spPr>
            <a:xfrm>
              <a:off x="6309526" y="836950"/>
              <a:ext cx="3153315" cy="5119205"/>
            </a:xfrm>
            <a:custGeom>
              <a:avLst/>
              <a:gdLst/>
              <a:ahLst/>
              <a:cxnLst/>
              <a:rect l="l" t="t" r="r" b="b"/>
              <a:pathLst>
                <a:path w="76882" h="124813" extrusionOk="0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43" name="Google Shape;1443;p35">
              <a:extLst>
                <a:ext uri="{FF2B5EF4-FFF2-40B4-BE49-F238E27FC236}">
                  <a16:creationId xmlns:a16="http://schemas.microsoft.com/office/drawing/2014/main" id="{F906A2B0-404D-8A61-358E-459187A161C2}"/>
                </a:ext>
              </a:extLst>
            </p:cNvPr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1444" name="Google Shape;1444;p35">
                <a:extLst>
                  <a:ext uri="{FF2B5EF4-FFF2-40B4-BE49-F238E27FC236}">
                    <a16:creationId xmlns:a16="http://schemas.microsoft.com/office/drawing/2014/main" id="{5C5F24EB-9204-478B-B305-B0FD413EA5AA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35">
                <a:extLst>
                  <a:ext uri="{FF2B5EF4-FFF2-40B4-BE49-F238E27FC236}">
                    <a16:creationId xmlns:a16="http://schemas.microsoft.com/office/drawing/2014/main" id="{4B1A7FEA-63B9-272E-DD46-B46F3B1622CF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35">
              <a:extLst>
                <a:ext uri="{FF2B5EF4-FFF2-40B4-BE49-F238E27FC236}">
                  <a16:creationId xmlns:a16="http://schemas.microsoft.com/office/drawing/2014/main" id="{F31427F8-C4A0-E6EA-597D-16E439E7B4E7}"/>
                </a:ext>
              </a:extLst>
            </p:cNvPr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1447" name="Google Shape;1447;p35">
                <a:extLst>
                  <a:ext uri="{FF2B5EF4-FFF2-40B4-BE49-F238E27FC236}">
                    <a16:creationId xmlns:a16="http://schemas.microsoft.com/office/drawing/2014/main" id="{79EEB198-390C-4637-6BB2-BAB0FD4A11B3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35">
                <a:extLst>
                  <a:ext uri="{FF2B5EF4-FFF2-40B4-BE49-F238E27FC236}">
                    <a16:creationId xmlns:a16="http://schemas.microsoft.com/office/drawing/2014/main" id="{D600E613-CD44-75D1-F44D-044E7EE965B2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9" name="Google Shape;1449;p35">
              <a:extLst>
                <a:ext uri="{FF2B5EF4-FFF2-40B4-BE49-F238E27FC236}">
                  <a16:creationId xmlns:a16="http://schemas.microsoft.com/office/drawing/2014/main" id="{A4B316F6-E9AF-79F5-2C12-5FC98F82453E}"/>
                </a:ext>
              </a:extLst>
            </p:cNvPr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1450" name="Google Shape;1450;p35">
                <a:extLst>
                  <a:ext uri="{FF2B5EF4-FFF2-40B4-BE49-F238E27FC236}">
                    <a16:creationId xmlns:a16="http://schemas.microsoft.com/office/drawing/2014/main" id="{057C85E6-074D-5DB8-97ED-5313158ACBC7}"/>
                  </a:ext>
                </a:extLst>
              </p:cNvPr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>
                <a:extLst>
                  <a:ext uri="{FF2B5EF4-FFF2-40B4-BE49-F238E27FC236}">
                    <a16:creationId xmlns:a16="http://schemas.microsoft.com/office/drawing/2014/main" id="{1F795FA9-E311-1FD8-6B3A-594B25825582}"/>
                  </a:ext>
                </a:extLst>
              </p:cNvPr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2" name="Google Shape;1452;p35">
              <a:extLst>
                <a:ext uri="{FF2B5EF4-FFF2-40B4-BE49-F238E27FC236}">
                  <a16:creationId xmlns:a16="http://schemas.microsoft.com/office/drawing/2014/main" id="{28885C34-2641-19E3-B551-C6B31E7B20DE}"/>
                </a:ext>
              </a:extLst>
            </p:cNvPr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avLst/>
              <a:gdLst/>
              <a:ahLst/>
              <a:cxnLst/>
              <a:rect l="l" t="t" r="r" b="b"/>
              <a:pathLst>
                <a:path w="34647" h="69081" extrusionOk="0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19967185"/>
      </p:ext>
    </p:extLst>
  </p:cSld>
  <p:clrMapOvr>
    <a:masterClrMapping/>
  </p:clrMapOvr>
</p:sld>
</file>

<file path=ppt/theme/theme1.xml><?xml version="1.0" encoding="utf-8"?>
<a:theme xmlns:a="http://schemas.openxmlformats.org/drawingml/2006/main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smtClean="0">
            <a:latin typeface="Poppins" panose="00000500000000000000" pitchFamily="2" charset="0"/>
            <a:cs typeface="Poppins" panose="00000500000000000000" pitchFamily="2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947</Words>
  <Application>Microsoft Office PowerPoint</Application>
  <PresentationFormat>Presentazione su schermo (16:9)</PresentationFormat>
  <Paragraphs>282</Paragraphs>
  <Slides>20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7" baseType="lpstr">
      <vt:lpstr>Open Sans</vt:lpstr>
      <vt:lpstr>Source Code Pro</vt:lpstr>
      <vt:lpstr>Poppins</vt:lpstr>
      <vt:lpstr>Cambria Math</vt:lpstr>
      <vt:lpstr>IBM Plex Mono</vt:lpstr>
      <vt:lpstr>Arial</vt:lpstr>
      <vt:lpstr>Introduction to Coding Workshop by Slidesgo</vt:lpstr>
      <vt:lpstr>Car Plate Recognition and Reconstruction with Deep Learning</vt:lpstr>
      <vt:lpstr>Outline</vt:lpstr>
      <vt:lpstr>Introduction</vt:lpstr>
      <vt:lpstr>Yolov5-PDLPR Architecture Overview</vt:lpstr>
      <vt:lpstr>How PDLPR works </vt:lpstr>
      <vt:lpstr>ResNet18 Architecture Overview</vt:lpstr>
      <vt:lpstr>CCPD (Chinese City Parking Dataset)</vt:lpstr>
      <vt:lpstr>Examples of possible car plates</vt:lpstr>
      <vt:lpstr>The Experimental setup (1)</vt:lpstr>
      <vt:lpstr>The Experimental setup (2)</vt:lpstr>
      <vt:lpstr>Yolov5 and RN18 BB results</vt:lpstr>
      <vt:lpstr>RN18 OCR results</vt:lpstr>
      <vt:lpstr>PDLPR results</vt:lpstr>
      <vt:lpstr>Accuracy for character position (ccpd-weather)</vt:lpstr>
      <vt:lpstr>Most common letter and number confusions (1)</vt:lpstr>
      <vt:lpstr>Most common letter and number confusions (2)</vt:lpstr>
      <vt:lpstr>Conclusions</vt:lpstr>
      <vt:lpstr>Future works</vt:lpstr>
      <vt:lpstr>Reference</vt:lpstr>
      <vt:lpstr>Thanks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Federica Sardo</cp:lastModifiedBy>
  <cp:revision>15</cp:revision>
  <dcterms:modified xsi:type="dcterms:W3CDTF">2025-07-22T13:41:24Z</dcterms:modified>
</cp:coreProperties>
</file>