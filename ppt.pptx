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0" r:id="rId1"/>
  </p:sldMasterIdLst>
  <p:notesMasterIdLst>
    <p:notesMasterId r:id="rId24"/>
  </p:notesMasterIdLst>
  <p:sldIdLst>
    <p:sldId id="256" r:id="rId2"/>
    <p:sldId id="258" r:id="rId3"/>
    <p:sldId id="260" r:id="rId4"/>
    <p:sldId id="262" r:id="rId5"/>
    <p:sldId id="263" r:id="rId6"/>
    <p:sldId id="264" r:id="rId7"/>
    <p:sldId id="317" r:id="rId8"/>
    <p:sldId id="265" r:id="rId9"/>
    <p:sldId id="266" r:id="rId10"/>
    <p:sldId id="267" r:id="rId11"/>
    <p:sldId id="307" r:id="rId12"/>
    <p:sldId id="272" r:id="rId13"/>
    <p:sldId id="308" r:id="rId14"/>
    <p:sldId id="309" r:id="rId15"/>
    <p:sldId id="316" r:id="rId16"/>
    <p:sldId id="314" r:id="rId17"/>
    <p:sldId id="315" r:id="rId18"/>
    <p:sldId id="318" r:id="rId19"/>
    <p:sldId id="312" r:id="rId20"/>
    <p:sldId id="313" r:id="rId21"/>
    <p:sldId id="311" r:id="rId22"/>
    <p:sldId id="310" r:id="rId2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5"/>
    </p:embeddedFont>
    <p:embeddedFont>
      <p:font typeface="IBM Plex Mono" panose="020B0509050203000203" pitchFamily="49" charset="0"/>
      <p:regular r:id="rId26"/>
      <p:bold r:id="rId27"/>
      <p:italic r:id="rId28"/>
      <p:boldItalic r:id="rId29"/>
    </p:embeddedFont>
    <p:embeddedFont>
      <p:font typeface="Open Sans" panose="020B0606030504020204" pitchFamily="34" charset="0"/>
      <p:regular r:id="rId30"/>
      <p:bold r:id="rId31"/>
      <p:italic r:id="rId32"/>
      <p:boldItalic r:id="rId33"/>
    </p:embeddedFont>
    <p:embeddedFont>
      <p:font typeface="Poppins" panose="00000500000000000000" pitchFamily="2" charset="0"/>
      <p:regular r:id="rId34"/>
      <p:bold r:id="rId35"/>
      <p:italic r:id="rId36"/>
      <p:boldItalic r:id="rId37"/>
    </p:embeddedFont>
    <p:embeddedFont>
      <p:font typeface="Source Code Pro" panose="020B0509030403020204" pitchFamily="49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EF7"/>
    <a:srgbClr val="0C0A9E"/>
    <a:srgbClr val="EEC144"/>
    <a:srgbClr val="820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0F46F1-7307-4841-9D36-C1E3C260DABC}">
  <a:tblStyle styleId="{EE0F46F1-7307-4841-9D36-C1E3C260DAB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8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font" Target="fonts/font17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PDLPR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Foglio1!$A$2:$A$8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numCache>
            </c:numRef>
          </c:cat>
          <c:val>
            <c:numRef>
              <c:f>Foglio1!$B$2:$B$8</c:f>
              <c:numCache>
                <c:formatCode>General</c:formatCode>
                <c:ptCount val="7"/>
                <c:pt idx="0">
                  <c:v>0.995</c:v>
                </c:pt>
                <c:pt idx="1">
                  <c:v>0.999</c:v>
                </c:pt>
                <c:pt idx="2">
                  <c:v>0.997</c:v>
                </c:pt>
                <c:pt idx="3">
                  <c:v>0.998</c:v>
                </c:pt>
                <c:pt idx="4">
                  <c:v>0.999</c:v>
                </c:pt>
                <c:pt idx="5">
                  <c:v>0.998</c:v>
                </c:pt>
                <c:pt idx="6">
                  <c:v>0.998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D5-427A-BF66-A690141EFA4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RN18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Foglio1!$A$2:$A$8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numCache>
            </c:numRef>
          </c:cat>
          <c:val>
            <c:numRef>
              <c:f>Foglio1!$C$2:$C$8</c:f>
              <c:numCache>
                <c:formatCode>General</c:formatCode>
                <c:ptCount val="7"/>
                <c:pt idx="0">
                  <c:v>0.94499999999999995</c:v>
                </c:pt>
                <c:pt idx="1">
                  <c:v>0.95499999999999996</c:v>
                </c:pt>
                <c:pt idx="2">
                  <c:v>0.995</c:v>
                </c:pt>
                <c:pt idx="3">
                  <c:v>0.998</c:v>
                </c:pt>
                <c:pt idx="4">
                  <c:v>0.999</c:v>
                </c:pt>
                <c:pt idx="5">
                  <c:v>0.998</c:v>
                </c:pt>
                <c:pt idx="6">
                  <c:v>0.996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D5-427A-BF66-A690141EFA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00343791"/>
        <c:axId val="1800341391"/>
      </c:barChart>
      <c:catAx>
        <c:axId val="18003437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00341391"/>
        <c:crosses val="autoZero"/>
        <c:auto val="1"/>
        <c:lblAlgn val="ctr"/>
        <c:lblOffset val="100"/>
        <c:noMultiLvlLbl val="0"/>
      </c:catAx>
      <c:valAx>
        <c:axId val="1800341391"/>
        <c:scaling>
          <c:orientation val="minMax"/>
          <c:max val="1"/>
          <c:min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003437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PDLPR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Foglio1!$A$2:$A$11</c:f>
              <c:strCache>
                <c:ptCount val="10"/>
                <c:pt idx="0">
                  <c:v>S -&gt; 5</c:v>
                </c:pt>
                <c:pt idx="1">
                  <c:v>G -&gt; D</c:v>
                </c:pt>
                <c:pt idx="2">
                  <c:v>H -&gt; M</c:v>
                </c:pt>
                <c:pt idx="3">
                  <c:v>Q -&gt; D</c:v>
                </c:pt>
                <c:pt idx="4">
                  <c:v>J -&gt; B</c:v>
                </c:pt>
                <c:pt idx="5">
                  <c:v>0 -&gt; D</c:v>
                </c:pt>
                <c:pt idx="6">
                  <c:v>D -&gt; 0</c:v>
                </c:pt>
                <c:pt idx="7">
                  <c:v>K -&gt; N</c:v>
                </c:pt>
                <c:pt idx="8">
                  <c:v>M -&gt; H</c:v>
                </c:pt>
                <c:pt idx="9">
                  <c:v>F -&gt; E</c:v>
                </c:pt>
              </c:strCache>
            </c:strRef>
          </c:cat>
          <c:val>
            <c:numRef>
              <c:f>Foglio1!$B$2:$B$11</c:f>
              <c:numCache>
                <c:formatCode>General</c:formatCode>
                <c:ptCount val="10"/>
                <c:pt idx="0">
                  <c:v>30</c:v>
                </c:pt>
                <c:pt idx="1">
                  <c:v>30</c:v>
                </c:pt>
                <c:pt idx="2">
                  <c:v>32</c:v>
                </c:pt>
                <c:pt idx="3">
                  <c:v>32</c:v>
                </c:pt>
                <c:pt idx="4">
                  <c:v>41</c:v>
                </c:pt>
                <c:pt idx="5">
                  <c:v>42</c:v>
                </c:pt>
                <c:pt idx="6">
                  <c:v>44</c:v>
                </c:pt>
                <c:pt idx="7">
                  <c:v>45</c:v>
                </c:pt>
                <c:pt idx="8">
                  <c:v>52</c:v>
                </c:pt>
                <c:pt idx="9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A5-4B4F-AF42-8EF4EAF8D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332375791"/>
        <c:axId val="1332378671"/>
      </c:barChart>
      <c:catAx>
        <c:axId val="13323757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32378671"/>
        <c:crosses val="autoZero"/>
        <c:auto val="1"/>
        <c:lblAlgn val="ctr"/>
        <c:lblOffset val="100"/>
        <c:noMultiLvlLbl val="0"/>
      </c:catAx>
      <c:valAx>
        <c:axId val="13323786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323757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RN18</c:v>
                </c:pt>
              </c:strCache>
            </c:strRef>
          </c:tx>
          <c:spPr>
            <a:solidFill>
              <a:srgbClr val="BFBEF7"/>
            </a:solidFill>
            <a:ln>
              <a:noFill/>
            </a:ln>
            <a:effectLst/>
          </c:spPr>
          <c:invertIfNegative val="0"/>
          <c:cat>
            <c:strRef>
              <c:f>Foglio1!$A$2:$A$11</c:f>
              <c:strCache>
                <c:ptCount val="10"/>
                <c:pt idx="0">
                  <c:v>N -&gt; K</c:v>
                </c:pt>
                <c:pt idx="1">
                  <c:v>E -&gt; C</c:v>
                </c:pt>
                <c:pt idx="2">
                  <c:v>L -&gt; E</c:v>
                </c:pt>
                <c:pt idx="3">
                  <c:v>D -&gt; B</c:v>
                </c:pt>
                <c:pt idx="4">
                  <c:v>M -&gt; H</c:v>
                </c:pt>
                <c:pt idx="5">
                  <c:v>G -&gt; D</c:v>
                </c:pt>
                <c:pt idx="6">
                  <c:v>J -&gt; B</c:v>
                </c:pt>
                <c:pt idx="7">
                  <c:v>K -&gt; N</c:v>
                </c:pt>
                <c:pt idx="8">
                  <c:v>F -&gt; E</c:v>
                </c:pt>
                <c:pt idx="9">
                  <c:v>Q -&gt; D</c:v>
                </c:pt>
              </c:strCache>
            </c:strRef>
          </c:cat>
          <c:val>
            <c:numRef>
              <c:f>Foglio1!$B$2:$B$11</c:f>
              <c:numCache>
                <c:formatCode>General</c:formatCode>
                <c:ptCount val="10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16</c:v>
                </c:pt>
                <c:pt idx="5">
                  <c:v>19</c:v>
                </c:pt>
                <c:pt idx="6">
                  <c:v>19</c:v>
                </c:pt>
                <c:pt idx="7">
                  <c:v>25</c:v>
                </c:pt>
                <c:pt idx="8">
                  <c:v>26</c:v>
                </c:pt>
                <c:pt idx="9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A5-4B4F-AF42-8EF4EAF8D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332375791"/>
        <c:axId val="1332378671"/>
      </c:barChart>
      <c:catAx>
        <c:axId val="13323757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32378671"/>
        <c:crosses val="autoZero"/>
        <c:auto val="1"/>
        <c:lblAlgn val="ctr"/>
        <c:lblOffset val="100"/>
        <c:noMultiLvlLbl val="0"/>
      </c:catAx>
      <c:valAx>
        <c:axId val="133237867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3323757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24ed99bf1a4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24ed99bf1a4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24ed99bf1a4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2" name="Google Shape;1632;g24ed99bf1a4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g24e6b4d5c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4" name="Google Shape;1664;g24e6b4d5c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Google Shape;1729;g24ed99bf1a4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0" name="Google Shape;1730;g24ed99bf1a4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g24ed99bf1a4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" name="Google Shape;1743;g24ed99bf1a4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Google Shape;1756;g24ed99bf1a4_0_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7" name="Google Shape;1757;g24ed99bf1a4_0_7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Google Shape;1838;g24ed99bf1a4_0_9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9" name="Google Shape;1839;g24ed99bf1a4_0_9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7">
          <a:extLst>
            <a:ext uri="{FF2B5EF4-FFF2-40B4-BE49-F238E27FC236}">
              <a16:creationId xmlns:a16="http://schemas.microsoft.com/office/drawing/2014/main" id="{8547CE93-CABE-106F-93DF-815D7840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Google Shape;1838;g24ed99bf1a4_0_974:notes">
            <a:extLst>
              <a:ext uri="{FF2B5EF4-FFF2-40B4-BE49-F238E27FC236}">
                <a16:creationId xmlns:a16="http://schemas.microsoft.com/office/drawing/2014/main" id="{2C9FC0D4-022A-BC42-7ED0-C63CD00584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9" name="Google Shape;1839;g24ed99bf1a4_0_974:notes">
            <a:extLst>
              <a:ext uri="{FF2B5EF4-FFF2-40B4-BE49-F238E27FC236}">
                <a16:creationId xmlns:a16="http://schemas.microsoft.com/office/drawing/2014/main" id="{904E62B3-D8EF-C684-8D2F-77326303D5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917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g24f622bbca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1" name="Google Shape;2071;g24f622bbca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9">
          <a:extLst>
            <a:ext uri="{FF2B5EF4-FFF2-40B4-BE49-F238E27FC236}">
              <a16:creationId xmlns:a16="http://schemas.microsoft.com/office/drawing/2014/main" id="{6E117D8F-0FA1-FA09-BE7B-E64DA9DF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g24f622bbca3_0_1:notes">
            <a:extLst>
              <a:ext uri="{FF2B5EF4-FFF2-40B4-BE49-F238E27FC236}">
                <a16:creationId xmlns:a16="http://schemas.microsoft.com/office/drawing/2014/main" id="{D496756B-79DE-AD4C-095A-88D891599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1" name="Google Shape;2071;g24f622bbca3_0_1:notes">
            <a:extLst>
              <a:ext uri="{FF2B5EF4-FFF2-40B4-BE49-F238E27FC236}">
                <a16:creationId xmlns:a16="http://schemas.microsoft.com/office/drawing/2014/main" id="{ED0018A1-30F7-3141-6AC4-8F8F4BE085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4752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9">
          <a:extLst>
            <a:ext uri="{FF2B5EF4-FFF2-40B4-BE49-F238E27FC236}">
              <a16:creationId xmlns:a16="http://schemas.microsoft.com/office/drawing/2014/main" id="{630E7857-1347-4FCE-D359-1993DC435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g24f622bbca3_0_1:notes">
            <a:extLst>
              <a:ext uri="{FF2B5EF4-FFF2-40B4-BE49-F238E27FC236}">
                <a16:creationId xmlns:a16="http://schemas.microsoft.com/office/drawing/2014/main" id="{DC816DF6-C2D7-26F4-B74F-D1820443E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1" name="Google Shape;2071;g24f622bbca3_0_1:notes">
            <a:extLst>
              <a:ext uri="{FF2B5EF4-FFF2-40B4-BE49-F238E27FC236}">
                <a16:creationId xmlns:a16="http://schemas.microsoft.com/office/drawing/2014/main" id="{9420E07C-8EC6-149B-FB88-31F26F3475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4889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>
          <a:extLst>
            <a:ext uri="{FF2B5EF4-FFF2-40B4-BE49-F238E27FC236}">
              <a16:creationId xmlns:a16="http://schemas.microsoft.com/office/drawing/2014/main" id="{9664CCDE-1939-8F6F-27CE-EC74C75A8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>
            <a:extLst>
              <a:ext uri="{FF2B5EF4-FFF2-40B4-BE49-F238E27FC236}">
                <a16:creationId xmlns:a16="http://schemas.microsoft.com/office/drawing/2014/main" id="{AA35AD9E-01DB-E0C5-0A83-D692C0369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>
            <a:extLst>
              <a:ext uri="{FF2B5EF4-FFF2-40B4-BE49-F238E27FC236}">
                <a16:creationId xmlns:a16="http://schemas.microsoft.com/office/drawing/2014/main" id="{11C250BE-EEB7-B7E7-D78F-19FE67230C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58899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>
          <a:extLst>
            <a:ext uri="{FF2B5EF4-FFF2-40B4-BE49-F238E27FC236}">
              <a16:creationId xmlns:a16="http://schemas.microsoft.com/office/drawing/2014/main" id="{DD53CA5B-4129-3C4F-9CFB-766C9324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>
            <a:extLst>
              <a:ext uri="{FF2B5EF4-FFF2-40B4-BE49-F238E27FC236}">
                <a16:creationId xmlns:a16="http://schemas.microsoft.com/office/drawing/2014/main" id="{AD5D33EE-4D14-E926-CA5C-C0CA79C94C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>
            <a:extLst>
              <a:ext uri="{FF2B5EF4-FFF2-40B4-BE49-F238E27FC236}">
                <a16:creationId xmlns:a16="http://schemas.microsoft.com/office/drawing/2014/main" id="{5E537175-6488-D249-B019-95E7327C3B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0469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>
          <a:extLst>
            <a:ext uri="{FF2B5EF4-FFF2-40B4-BE49-F238E27FC236}">
              <a16:creationId xmlns:a16="http://schemas.microsoft.com/office/drawing/2014/main" id="{436CBA26-384D-41E3-326B-4745019CE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>
            <a:extLst>
              <a:ext uri="{FF2B5EF4-FFF2-40B4-BE49-F238E27FC236}">
                <a16:creationId xmlns:a16="http://schemas.microsoft.com/office/drawing/2014/main" id="{565A62B1-276A-3358-785C-793AA0D82D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>
            <a:extLst>
              <a:ext uri="{FF2B5EF4-FFF2-40B4-BE49-F238E27FC236}">
                <a16:creationId xmlns:a16="http://schemas.microsoft.com/office/drawing/2014/main" id="{09E904FA-34B0-0C54-7565-10888D5B90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67334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>
          <a:extLst>
            <a:ext uri="{FF2B5EF4-FFF2-40B4-BE49-F238E27FC236}">
              <a16:creationId xmlns:a16="http://schemas.microsoft.com/office/drawing/2014/main" id="{EA51330B-C7D3-3844-26D8-0D7F89B8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>
            <a:extLst>
              <a:ext uri="{FF2B5EF4-FFF2-40B4-BE49-F238E27FC236}">
                <a16:creationId xmlns:a16="http://schemas.microsoft.com/office/drawing/2014/main" id="{925C320D-8152-0065-F0CF-F2797C70BC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>
            <a:extLst>
              <a:ext uri="{FF2B5EF4-FFF2-40B4-BE49-F238E27FC236}">
                <a16:creationId xmlns:a16="http://schemas.microsoft.com/office/drawing/2014/main" id="{EA5AE5CB-41E8-F8EF-EB66-ADB6BDE72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383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>
          <a:extLst>
            <a:ext uri="{FF2B5EF4-FFF2-40B4-BE49-F238E27FC236}">
              <a16:creationId xmlns:a16="http://schemas.microsoft.com/office/drawing/2014/main" id="{98BFA97B-7A05-CE21-7B47-00DBFFDBA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4e5c2c9e45_0_138:notes">
            <a:extLst>
              <a:ext uri="{FF2B5EF4-FFF2-40B4-BE49-F238E27FC236}">
                <a16:creationId xmlns:a16="http://schemas.microsoft.com/office/drawing/2014/main" id="{E5E4F4B0-A1D3-73E0-7E29-9DF587CC3B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4e5c2c9e45_0_138:notes">
            <a:extLst>
              <a:ext uri="{FF2B5EF4-FFF2-40B4-BE49-F238E27FC236}">
                <a16:creationId xmlns:a16="http://schemas.microsoft.com/office/drawing/2014/main" id="{717534D7-50F6-9E1E-5BC7-1495B0918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20411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>
          <a:extLst>
            <a:ext uri="{FF2B5EF4-FFF2-40B4-BE49-F238E27FC236}">
              <a16:creationId xmlns:a16="http://schemas.microsoft.com/office/drawing/2014/main" id="{123198B1-4840-C3CC-2679-D26AD408C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d1bf8d60a4_0_0:notes">
            <a:extLst>
              <a:ext uri="{FF2B5EF4-FFF2-40B4-BE49-F238E27FC236}">
                <a16:creationId xmlns:a16="http://schemas.microsoft.com/office/drawing/2014/main" id="{4DA36F88-4D21-A3D8-73D0-EA3615BC71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d1bf8d60a4_0_0:notes">
            <a:extLst>
              <a:ext uri="{FF2B5EF4-FFF2-40B4-BE49-F238E27FC236}">
                <a16:creationId xmlns:a16="http://schemas.microsoft.com/office/drawing/2014/main" id="{B793A9C6-AA7D-6FCA-1DE6-568922F214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67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3255180" y="-2900775"/>
            <a:ext cx="10039930" cy="6871129"/>
            <a:chOff x="-3102780" y="-2727750"/>
            <a:chExt cx="10039930" cy="6871129"/>
          </a:xfrm>
        </p:grpSpPr>
        <p:grpSp>
          <p:nvGrpSpPr>
            <p:cNvPr id="10" name="Google Shape;10;p2"/>
            <p:cNvGrpSpPr/>
            <p:nvPr/>
          </p:nvGrpSpPr>
          <p:grpSpPr>
            <a:xfrm rot="-7778255">
              <a:off x="-2414440" y="-1445047"/>
              <a:ext cx="5355679" cy="4305724"/>
              <a:chOff x="7103825" y="-713112"/>
              <a:chExt cx="3785226" cy="3043150"/>
            </a:xfrm>
          </p:grpSpPr>
          <p:sp>
            <p:nvSpPr>
              <p:cNvPr id="11" name="Google Shape;11;p2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" name="Google Shape;12;p2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" name="Google Shape;13;p2"/>
            <p:cNvSpPr/>
            <p:nvPr/>
          </p:nvSpPr>
          <p:spPr>
            <a:xfrm>
              <a:off x="-289323" y="-166742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2700000">
              <a:off x="917817" y="-2200499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1475" y="-361175"/>
              <a:ext cx="7138625" cy="819350"/>
            </a:xfrm>
            <a:custGeom>
              <a:avLst/>
              <a:gdLst/>
              <a:ahLst/>
              <a:cxnLst/>
              <a:rect l="l" t="t" r="r" b="b"/>
              <a:pathLst>
                <a:path w="285545" h="32774" extrusionOk="0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" name="Google Shape;16;p2"/>
            <p:cNvSpPr/>
            <p:nvPr/>
          </p:nvSpPr>
          <p:spPr>
            <a:xfrm rot="5400000">
              <a:off x="1110859" y="-1245788"/>
              <a:ext cx="577450" cy="3045475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654013" y="-781254"/>
              <a:ext cx="687411" cy="2731351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" name="Google Shape;18;p2"/>
            <p:cNvGrpSpPr/>
            <p:nvPr/>
          </p:nvGrpSpPr>
          <p:grpSpPr>
            <a:xfrm flipH="1">
              <a:off x="4446909" y="391151"/>
              <a:ext cx="134044" cy="134013"/>
              <a:chOff x="1101075" y="2142375"/>
              <a:chExt cx="439200" cy="4391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 flipH="1">
              <a:off x="1373609" y="694563"/>
              <a:ext cx="134044" cy="134013"/>
              <a:chOff x="1101075" y="2142375"/>
              <a:chExt cx="439200" cy="4391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 flipH="1">
              <a:off x="1086834" y="957463"/>
              <a:ext cx="134044" cy="134013"/>
              <a:chOff x="1101075" y="2142375"/>
              <a:chExt cx="439200" cy="4391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 flipH="1">
              <a:off x="277709" y="957463"/>
              <a:ext cx="134044" cy="134013"/>
              <a:chOff x="1101075" y="2142375"/>
              <a:chExt cx="439200" cy="4391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 flipH="1">
              <a:off x="277709" y="640813"/>
              <a:ext cx="134044" cy="134013"/>
              <a:chOff x="1101075" y="2142375"/>
              <a:chExt cx="439200" cy="4391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33;p2"/>
          <p:cNvGrpSpPr/>
          <p:nvPr/>
        </p:nvGrpSpPr>
        <p:grpSpPr>
          <a:xfrm>
            <a:off x="6385735" y="3039700"/>
            <a:ext cx="3920501" cy="3213899"/>
            <a:chOff x="6309535" y="2842975"/>
            <a:chExt cx="3920501" cy="3213899"/>
          </a:xfrm>
        </p:grpSpPr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309535" y="3064650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35;p2"/>
            <p:cNvSpPr/>
            <p:nvPr/>
          </p:nvSpPr>
          <p:spPr>
            <a:xfrm rot="10800000">
              <a:off x="7535449" y="2941132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 rot="10800000">
              <a:off x="7694795" y="2941747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280400" y="3719575"/>
              <a:ext cx="582050" cy="582425"/>
              <a:chOff x="959750" y="3039275"/>
              <a:chExt cx="582050" cy="582425"/>
            </a:xfrm>
          </p:grpSpPr>
          <p:sp>
            <p:nvSpPr>
              <p:cNvPr id="38" name="Google Shape;38;p2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" name="Google Shape;45;p2"/>
            <p:cNvSpPr/>
            <p:nvPr/>
          </p:nvSpPr>
          <p:spPr>
            <a:xfrm>
              <a:off x="8430775" y="2842975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2"/>
            <p:cNvGrpSpPr/>
            <p:nvPr/>
          </p:nvGrpSpPr>
          <p:grpSpPr>
            <a:xfrm>
              <a:off x="8337812" y="3492483"/>
              <a:ext cx="699928" cy="1651024"/>
              <a:chOff x="8337812" y="3492483"/>
              <a:chExt cx="699928" cy="1651024"/>
            </a:xfrm>
          </p:grpSpPr>
          <p:sp>
            <p:nvSpPr>
              <p:cNvPr id="47" name="Google Shape;47;p2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" name="Google Shape;50;p2"/>
            <p:cNvGrpSpPr/>
            <p:nvPr/>
          </p:nvGrpSpPr>
          <p:grpSpPr>
            <a:xfrm>
              <a:off x="7945225" y="4302000"/>
              <a:ext cx="904666" cy="726121"/>
              <a:chOff x="7945225" y="4302000"/>
              <a:chExt cx="904666" cy="726121"/>
            </a:xfrm>
          </p:grpSpPr>
          <p:sp>
            <p:nvSpPr>
              <p:cNvPr id="51" name="Google Shape;51;p2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096850" y="816324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1096850" y="3456250"/>
            <a:ext cx="4882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56" name="Google Shape;56;p2"/>
          <p:cNvGrpSpPr/>
          <p:nvPr/>
        </p:nvGrpSpPr>
        <p:grpSpPr>
          <a:xfrm>
            <a:off x="-309885" y="3617406"/>
            <a:ext cx="1448824" cy="2238804"/>
            <a:chOff x="-309885" y="3617406"/>
            <a:chExt cx="1448824" cy="2238804"/>
          </a:xfrm>
        </p:grpSpPr>
        <p:grpSp>
          <p:nvGrpSpPr>
            <p:cNvPr id="57" name="Google Shape;57;p2"/>
            <p:cNvGrpSpPr/>
            <p:nvPr/>
          </p:nvGrpSpPr>
          <p:grpSpPr>
            <a:xfrm>
              <a:off x="-277007" y="3870159"/>
              <a:ext cx="981772" cy="1986051"/>
              <a:chOff x="-293545" y="3454371"/>
              <a:chExt cx="981772" cy="1986051"/>
            </a:xfrm>
          </p:grpSpPr>
          <p:sp>
            <p:nvSpPr>
              <p:cNvPr id="58" name="Google Shape;58;p2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0" name="Google Shape;60;p2"/>
            <p:cNvGrpSpPr/>
            <p:nvPr/>
          </p:nvGrpSpPr>
          <p:grpSpPr>
            <a:xfrm>
              <a:off x="363249" y="4906873"/>
              <a:ext cx="699940" cy="478601"/>
              <a:chOff x="39722" y="4349021"/>
              <a:chExt cx="1061964" cy="726143"/>
            </a:xfrm>
          </p:grpSpPr>
          <p:grpSp>
            <p:nvGrpSpPr>
              <p:cNvPr id="61" name="Google Shape;61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62" name="Google Shape;62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3" name="Google Shape;63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" name="Google Shape;65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" name="Google Shape;66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7" name="Google Shape;67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8" name="Google Shape;68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69" name="Google Shape;69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" name="Google Shape;70;p2"/>
            <p:cNvGrpSpPr/>
            <p:nvPr/>
          </p:nvGrpSpPr>
          <p:grpSpPr>
            <a:xfrm rot="-5400000">
              <a:off x="-461873" y="3769393"/>
              <a:ext cx="1351491" cy="1047516"/>
              <a:chOff x="-2460210" y="2758493"/>
              <a:chExt cx="1351491" cy="1047516"/>
            </a:xfrm>
          </p:grpSpPr>
          <p:sp>
            <p:nvSpPr>
              <p:cNvPr id="71" name="Google Shape;71;p2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438999" y="4567398"/>
              <a:ext cx="699940" cy="478601"/>
              <a:chOff x="39722" y="4349021"/>
              <a:chExt cx="1061964" cy="726143"/>
            </a:xfrm>
          </p:grpSpPr>
          <p:grpSp>
            <p:nvGrpSpPr>
              <p:cNvPr id="76" name="Google Shape;7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77" name="Google Shape;7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78" name="Google Shape;7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79" name="Google Shape;7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0" name="Google Shape;8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1" name="Google Shape;8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" name="Google Shape;8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" name="Google Shape;8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84" name="Google Shape;8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5" name="Google Shape;85;p2"/>
            <p:cNvGrpSpPr/>
            <p:nvPr/>
          </p:nvGrpSpPr>
          <p:grpSpPr>
            <a:xfrm>
              <a:off x="-65076" y="4623886"/>
              <a:ext cx="699940" cy="478601"/>
              <a:chOff x="39722" y="4349021"/>
              <a:chExt cx="1061964" cy="726143"/>
            </a:xfrm>
          </p:grpSpPr>
          <p:grpSp>
            <p:nvGrpSpPr>
              <p:cNvPr id="86" name="Google Shape;8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87" name="Google Shape;8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8" name="Google Shape;8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89" name="Google Shape;8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3" name="Google Shape;9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94" name="Google Shape;9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5"/>
          <p:cNvSpPr txBox="1">
            <a:spLocks noGrp="1"/>
          </p:cNvSpPr>
          <p:nvPr>
            <p:ph type="subTitle" idx="1"/>
          </p:nvPr>
        </p:nvSpPr>
        <p:spPr>
          <a:xfrm>
            <a:off x="4999903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2"/>
          </p:nvPr>
        </p:nvSpPr>
        <p:spPr>
          <a:xfrm>
            <a:off x="1803800" y="2372500"/>
            <a:ext cx="2340300" cy="13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3"/>
          </p:nvPr>
        </p:nvSpPr>
        <p:spPr>
          <a:xfrm>
            <a:off x="4999908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4"/>
          </p:nvPr>
        </p:nvSpPr>
        <p:spPr>
          <a:xfrm>
            <a:off x="1803800" y="2048488"/>
            <a:ext cx="23403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80" name="Google Shape;180;p5"/>
          <p:cNvGrpSpPr/>
          <p:nvPr/>
        </p:nvGrpSpPr>
        <p:grpSpPr>
          <a:xfrm>
            <a:off x="7579113" y="-890399"/>
            <a:ext cx="2898275" cy="3032950"/>
            <a:chOff x="7198113" y="-890399"/>
            <a:chExt cx="2898275" cy="3032950"/>
          </a:xfrm>
        </p:grpSpPr>
        <p:pic>
          <p:nvPicPr>
            <p:cNvPr id="181" name="Google Shape;181;p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7130775" y="-823062"/>
              <a:ext cx="3032950" cy="28982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2" name="Google Shape;182;p5"/>
            <p:cNvGrpSpPr/>
            <p:nvPr/>
          </p:nvGrpSpPr>
          <p:grpSpPr>
            <a:xfrm>
              <a:off x="8319318" y="-249682"/>
              <a:ext cx="1460040" cy="1171886"/>
              <a:chOff x="7945225" y="4302000"/>
              <a:chExt cx="904666" cy="726121"/>
            </a:xfrm>
          </p:grpSpPr>
          <p:sp>
            <p:nvSpPr>
              <p:cNvPr id="183" name="Google Shape;183;p5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6" name="Google Shape;186;p5"/>
          <p:cNvGrpSpPr/>
          <p:nvPr/>
        </p:nvGrpSpPr>
        <p:grpSpPr>
          <a:xfrm>
            <a:off x="-613920" y="3693606"/>
            <a:ext cx="2048057" cy="2238804"/>
            <a:chOff x="-461520" y="3617406"/>
            <a:chExt cx="2048057" cy="2238804"/>
          </a:xfrm>
        </p:grpSpPr>
        <p:grpSp>
          <p:nvGrpSpPr>
            <p:cNvPr id="187" name="Google Shape;187;p5"/>
            <p:cNvGrpSpPr/>
            <p:nvPr/>
          </p:nvGrpSpPr>
          <p:grpSpPr>
            <a:xfrm>
              <a:off x="-461520" y="3617406"/>
              <a:ext cx="1916534" cy="2238804"/>
              <a:chOff x="-461520" y="3617406"/>
              <a:chExt cx="1916534" cy="2238804"/>
            </a:xfrm>
          </p:grpSpPr>
          <p:grpSp>
            <p:nvGrpSpPr>
              <p:cNvPr id="188" name="Google Shape;188;p5"/>
              <p:cNvGrpSpPr/>
              <p:nvPr/>
            </p:nvGrpSpPr>
            <p:grpSpPr>
              <a:xfrm flipH="1">
                <a:off x="-461520" y="4010132"/>
                <a:ext cx="1916534" cy="1538287"/>
                <a:chOff x="7945225" y="4302000"/>
                <a:chExt cx="904666" cy="726121"/>
              </a:xfrm>
            </p:grpSpPr>
            <p:sp>
              <p:nvSpPr>
                <p:cNvPr id="189" name="Google Shape;189;p5"/>
                <p:cNvSpPr/>
                <p:nvPr/>
              </p:nvSpPr>
              <p:spPr>
                <a:xfrm>
                  <a:off x="8176775" y="4445200"/>
                  <a:ext cx="673116" cy="582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5"/>
                <p:cNvSpPr/>
                <p:nvPr/>
              </p:nvSpPr>
              <p:spPr>
                <a:xfrm>
                  <a:off x="8164350" y="43020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5"/>
                <p:cNvSpPr/>
                <p:nvPr/>
              </p:nvSpPr>
              <p:spPr>
                <a:xfrm>
                  <a:off x="7945225" y="44452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" name="Google Shape;192;p5"/>
              <p:cNvGrpSpPr/>
              <p:nvPr/>
            </p:nvGrpSpPr>
            <p:grpSpPr>
              <a:xfrm>
                <a:off x="-309885" y="3617406"/>
                <a:ext cx="1448824" cy="2238804"/>
                <a:chOff x="-309885" y="3617406"/>
                <a:chExt cx="1448824" cy="2238804"/>
              </a:xfrm>
            </p:grpSpPr>
            <p:grpSp>
              <p:nvGrpSpPr>
                <p:cNvPr id="193" name="Google Shape;193;p5"/>
                <p:cNvGrpSpPr/>
                <p:nvPr/>
              </p:nvGrpSpPr>
              <p:grpSpPr>
                <a:xfrm>
                  <a:off x="-277007" y="3870159"/>
                  <a:ext cx="981772" cy="1986051"/>
                  <a:chOff x="-293545" y="3454371"/>
                  <a:chExt cx="981772" cy="1986051"/>
                </a:xfrm>
              </p:grpSpPr>
              <p:sp>
                <p:nvSpPr>
                  <p:cNvPr id="194" name="Google Shape;194;p5"/>
                  <p:cNvSpPr/>
                  <p:nvPr/>
                </p:nvSpPr>
                <p:spPr>
                  <a:xfrm rot="10800000">
                    <a:off x="-293545" y="345437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5" name="Google Shape;195;p5"/>
                  <p:cNvSpPr/>
                  <p:nvPr/>
                </p:nvSpPr>
                <p:spPr>
                  <a:xfrm rot="10800000">
                    <a:off x="-156450" y="345490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96" name="Google Shape;196;p5"/>
                <p:cNvGrpSpPr/>
                <p:nvPr/>
              </p:nvGrpSpPr>
              <p:grpSpPr>
                <a:xfrm>
                  <a:off x="363249" y="4906873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197" name="Google Shape;197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198" name="Google Shape;198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199" name="Google Shape;199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00" name="Google Shape;200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1" name="Google Shape;201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2" name="Google Shape;202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3" name="Google Shape;203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04" name="Google Shape;204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05" name="Google Shape;205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06" name="Google Shape;206;p5"/>
                <p:cNvGrpSpPr/>
                <p:nvPr/>
              </p:nvGrpSpPr>
              <p:grpSpPr>
                <a:xfrm rot="-5400000">
                  <a:off x="-461873" y="3769393"/>
                  <a:ext cx="1351491" cy="1047516"/>
                  <a:chOff x="-2460210" y="2758493"/>
                  <a:chExt cx="1351491" cy="1047516"/>
                </a:xfrm>
              </p:grpSpPr>
              <p:sp>
                <p:nvSpPr>
                  <p:cNvPr id="207" name="Google Shape;207;p5"/>
                  <p:cNvSpPr/>
                  <p:nvPr/>
                </p:nvSpPr>
                <p:spPr>
                  <a:xfrm rot="-2700000">
                    <a:off x="-2341816" y="31085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8" name="Google Shape;208;p5"/>
                  <p:cNvSpPr/>
                  <p:nvPr/>
                </p:nvSpPr>
                <p:spPr>
                  <a:xfrm rot="-2700000">
                    <a:off x="-2157466" y="30323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9" name="Google Shape;209;p5"/>
                  <p:cNvSpPr/>
                  <p:nvPr/>
                </p:nvSpPr>
                <p:spPr>
                  <a:xfrm rot="-2700000">
                    <a:off x="-1993591" y="29561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0" name="Google Shape;210;p5"/>
                  <p:cNvSpPr/>
                  <p:nvPr/>
                </p:nvSpPr>
                <p:spPr>
                  <a:xfrm rot="-2700000">
                    <a:off x="-1809241" y="28799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11" name="Google Shape;211;p5"/>
                <p:cNvGrpSpPr/>
                <p:nvPr/>
              </p:nvGrpSpPr>
              <p:grpSpPr>
                <a:xfrm>
                  <a:off x="438999" y="4567398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12" name="Google Shape;21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13" name="Google Shape;21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14" name="Google Shape;21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15" name="Google Shape;21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6" name="Google Shape;21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7" name="Google Shape;21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8" name="Google Shape;21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19" name="Google Shape;21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20" name="Google Shape;22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221" name="Google Shape;221;p5"/>
                <p:cNvGrpSpPr/>
                <p:nvPr/>
              </p:nvGrpSpPr>
              <p:grpSpPr>
                <a:xfrm>
                  <a:off x="-65076" y="4623886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22" name="Google Shape;22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23" name="Google Shape;22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grpSp>
                  <p:nvGrpSpPr>
                    <p:cNvPr id="224" name="Google Shape;22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25" name="Google Shape;22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6" name="Google Shape;22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7" name="Google Shape;22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8" name="Google Shape;22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  <p:sp>
                    <p:nvSpPr>
                      <p:cNvPr id="229" name="Google Shape;22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p:txBody>
                  </p:sp>
                </p:grpSp>
              </p:grpSp>
              <p:sp>
                <p:nvSpPr>
                  <p:cNvPr id="230" name="Google Shape;23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231" name="Google Shape;231;p5"/>
            <p:cNvGrpSpPr/>
            <p:nvPr/>
          </p:nvGrpSpPr>
          <p:grpSpPr>
            <a:xfrm rot="5400000">
              <a:off x="1147388" y="4839000"/>
              <a:ext cx="439200" cy="439100"/>
              <a:chOff x="1101075" y="2142375"/>
              <a:chExt cx="439200" cy="439100"/>
            </a:xfrm>
          </p:grpSpPr>
          <p:sp>
            <p:nvSpPr>
              <p:cNvPr id="232" name="Google Shape;232;p5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5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34" name="Google Shape;234;p5"/>
          <p:cNvGrpSpPr/>
          <p:nvPr/>
        </p:nvGrpSpPr>
        <p:grpSpPr>
          <a:xfrm>
            <a:off x="-2352525" y="-402069"/>
            <a:ext cx="5307515" cy="2438355"/>
            <a:chOff x="-2276325" y="-249669"/>
            <a:chExt cx="5307515" cy="2438355"/>
          </a:xfrm>
        </p:grpSpPr>
        <p:grpSp>
          <p:nvGrpSpPr>
            <p:cNvPr id="235" name="Google Shape;235;p5"/>
            <p:cNvGrpSpPr/>
            <p:nvPr/>
          </p:nvGrpSpPr>
          <p:grpSpPr>
            <a:xfrm rot="10800000">
              <a:off x="-1297788" y="-249669"/>
              <a:ext cx="2601921" cy="2438355"/>
              <a:chOff x="7340128" y="2866613"/>
              <a:chExt cx="2439225" cy="2438355"/>
            </a:xfrm>
          </p:grpSpPr>
          <p:sp>
            <p:nvSpPr>
              <p:cNvPr id="236" name="Google Shape;236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8" name="Google Shape;238;p5"/>
            <p:cNvSpPr/>
            <p:nvPr/>
          </p:nvSpPr>
          <p:spPr>
            <a:xfrm rot="-5400000">
              <a:off x="1755111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" name="Google Shape;239;p5"/>
            <p:cNvGrpSpPr/>
            <p:nvPr/>
          </p:nvGrpSpPr>
          <p:grpSpPr>
            <a:xfrm>
              <a:off x="-2276325" y="245976"/>
              <a:ext cx="4558967" cy="134100"/>
              <a:chOff x="796100" y="3019701"/>
              <a:chExt cx="4558967" cy="134100"/>
            </a:xfrm>
          </p:grpSpPr>
          <p:sp>
            <p:nvSpPr>
              <p:cNvPr id="240" name="Google Shape;240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1" name="Google Shape;241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42" name="Google Shape;242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3" name="Google Shape;243;p5"/>
          <p:cNvGrpSpPr/>
          <p:nvPr/>
        </p:nvGrpSpPr>
        <p:grpSpPr>
          <a:xfrm>
            <a:off x="6795100" y="3095213"/>
            <a:ext cx="4558967" cy="2438355"/>
            <a:chOff x="6490300" y="2866613"/>
            <a:chExt cx="4558967" cy="2438355"/>
          </a:xfrm>
        </p:grpSpPr>
        <p:grpSp>
          <p:nvGrpSpPr>
            <p:cNvPr id="244" name="Google Shape;244;p5"/>
            <p:cNvGrpSpPr/>
            <p:nvPr/>
          </p:nvGrpSpPr>
          <p:grpSpPr>
            <a:xfrm>
              <a:off x="7340128" y="2866613"/>
              <a:ext cx="2439225" cy="2438355"/>
              <a:chOff x="7340128" y="2866613"/>
              <a:chExt cx="2439225" cy="2438355"/>
            </a:xfrm>
          </p:grpSpPr>
          <p:sp>
            <p:nvSpPr>
              <p:cNvPr id="245" name="Google Shape;245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7" name="Google Shape;247;p5"/>
            <p:cNvGrpSpPr/>
            <p:nvPr/>
          </p:nvGrpSpPr>
          <p:grpSpPr>
            <a:xfrm rot="10800000">
              <a:off x="6490300" y="4774026"/>
              <a:ext cx="4558967" cy="134100"/>
              <a:chOff x="796100" y="3019701"/>
              <a:chExt cx="4558967" cy="134100"/>
            </a:xfrm>
          </p:grpSpPr>
          <p:sp>
            <p:nvSpPr>
              <p:cNvPr id="248" name="Google Shape;248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9" name="Google Shape;249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0" name="Google Shape;250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"/>
          <p:cNvSpPr txBox="1">
            <a:spLocks noGrp="1"/>
          </p:cNvSpPr>
          <p:nvPr>
            <p:ph type="subTitle" idx="1"/>
          </p:nvPr>
        </p:nvSpPr>
        <p:spPr>
          <a:xfrm>
            <a:off x="713225" y="1160775"/>
            <a:ext cx="7710900" cy="345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40" name="Google Shape;340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341" name="Google Shape;341;p7"/>
          <p:cNvGrpSpPr/>
          <p:nvPr/>
        </p:nvGrpSpPr>
        <p:grpSpPr>
          <a:xfrm>
            <a:off x="8934675" y="3943438"/>
            <a:ext cx="439200" cy="439100"/>
            <a:chOff x="1101075" y="2142375"/>
            <a:chExt cx="439200" cy="439100"/>
          </a:xfrm>
        </p:grpSpPr>
        <p:sp>
          <p:nvSpPr>
            <p:cNvPr id="342" name="Google Shape;342;p7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4" name="Google Shape;344;p7"/>
          <p:cNvGrpSpPr/>
          <p:nvPr/>
        </p:nvGrpSpPr>
        <p:grpSpPr>
          <a:xfrm>
            <a:off x="5481594" y="-3117615"/>
            <a:ext cx="5954334" cy="6142759"/>
            <a:chOff x="5329194" y="-2965215"/>
            <a:chExt cx="5954334" cy="6142759"/>
          </a:xfrm>
        </p:grpSpPr>
        <p:sp>
          <p:nvSpPr>
            <p:cNvPr id="345" name="Google Shape;345;p7"/>
            <p:cNvSpPr/>
            <p:nvPr/>
          </p:nvSpPr>
          <p:spPr>
            <a:xfrm rot="-2700000">
              <a:off x="6677338" y="-2306933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7"/>
            <p:cNvSpPr/>
            <p:nvPr/>
          </p:nvSpPr>
          <p:spPr>
            <a:xfrm rot="-2700000">
              <a:off x="6782013" y="-2600033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7" name="Google Shape;347;p7"/>
            <p:cNvGrpSpPr/>
            <p:nvPr/>
          </p:nvGrpSpPr>
          <p:grpSpPr>
            <a:xfrm rot="10800000">
              <a:off x="5710125" y="185651"/>
              <a:ext cx="4558967" cy="134100"/>
              <a:chOff x="796100" y="3019701"/>
              <a:chExt cx="4558967" cy="134100"/>
            </a:xfrm>
          </p:grpSpPr>
          <p:sp>
            <p:nvSpPr>
              <p:cNvPr id="348" name="Google Shape;348;p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49" name="Google Shape;349;p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0" name="Google Shape;350;p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51" name="Google Shape;351;p7"/>
          <p:cNvGrpSpPr/>
          <p:nvPr/>
        </p:nvGrpSpPr>
        <p:grpSpPr>
          <a:xfrm flipH="1">
            <a:off x="-503516" y="3986929"/>
            <a:ext cx="5249359" cy="2992224"/>
            <a:chOff x="-258616" y="3430829"/>
            <a:chExt cx="5249359" cy="2992224"/>
          </a:xfrm>
        </p:grpSpPr>
        <p:pic>
          <p:nvPicPr>
            <p:cNvPr id="352" name="Google Shape;352;p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1070243" y="3430829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3" name="Google Shape;353;p7"/>
            <p:cNvSpPr/>
            <p:nvPr/>
          </p:nvSpPr>
          <p:spPr>
            <a:xfrm>
              <a:off x="363250" y="4667754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7"/>
            <p:cNvSpPr/>
            <p:nvPr/>
          </p:nvSpPr>
          <p:spPr>
            <a:xfrm>
              <a:off x="941424" y="4724302"/>
              <a:ext cx="340329" cy="325895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820562" y="49581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1299000" y="46085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7"/>
            <p:cNvSpPr/>
            <p:nvPr/>
          </p:nvSpPr>
          <p:spPr>
            <a:xfrm rot="5400000">
              <a:off x="447539" y="313372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8" name="Google Shape;358;p7"/>
            <p:cNvGrpSpPr/>
            <p:nvPr/>
          </p:nvGrpSpPr>
          <p:grpSpPr>
            <a:xfrm>
              <a:off x="736485" y="4387072"/>
              <a:ext cx="161977" cy="161940"/>
              <a:chOff x="1101075" y="2142375"/>
              <a:chExt cx="439200" cy="439100"/>
            </a:xfrm>
          </p:grpSpPr>
          <p:sp>
            <p:nvSpPr>
              <p:cNvPr id="359" name="Google Shape;359;p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1" name="Google Shape;361;p7"/>
            <p:cNvGrpSpPr/>
            <p:nvPr/>
          </p:nvGrpSpPr>
          <p:grpSpPr>
            <a:xfrm rot="10800000">
              <a:off x="2118901" y="4805293"/>
              <a:ext cx="161977" cy="161940"/>
              <a:chOff x="1101075" y="2142375"/>
              <a:chExt cx="439200" cy="439100"/>
            </a:xfrm>
          </p:grpSpPr>
          <p:sp>
            <p:nvSpPr>
              <p:cNvPr id="362" name="Google Shape;362;p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9"/>
          <p:cNvSpPr txBox="1">
            <a:spLocks noGrp="1"/>
          </p:cNvSpPr>
          <p:nvPr>
            <p:ph type="title"/>
          </p:nvPr>
        </p:nvSpPr>
        <p:spPr>
          <a:xfrm>
            <a:off x="720000" y="479750"/>
            <a:ext cx="3145200" cy="184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9"/>
          <p:cNvSpPr txBox="1">
            <a:spLocks noGrp="1"/>
          </p:cNvSpPr>
          <p:nvPr>
            <p:ph type="subTitle" idx="1"/>
          </p:nvPr>
        </p:nvSpPr>
        <p:spPr>
          <a:xfrm>
            <a:off x="720000" y="2359400"/>
            <a:ext cx="3145200" cy="22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Font typeface="Open Sans"/>
              <a:buChar char="■"/>
              <a:defRPr/>
            </a:lvl9pPr>
          </a:lstStyle>
          <a:p>
            <a:endParaRPr/>
          </a:p>
        </p:txBody>
      </p:sp>
      <p:sp>
        <p:nvSpPr>
          <p:cNvPr id="378" name="Google Shape;378;p9"/>
          <p:cNvSpPr>
            <a:spLocks noGrp="1"/>
          </p:cNvSpPr>
          <p:nvPr>
            <p:ph type="pic" idx="2"/>
          </p:nvPr>
        </p:nvSpPr>
        <p:spPr>
          <a:xfrm>
            <a:off x="4135800" y="539500"/>
            <a:ext cx="4295100" cy="40692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379" name="Google Shape;379;p9"/>
          <p:cNvGrpSpPr/>
          <p:nvPr/>
        </p:nvGrpSpPr>
        <p:grpSpPr>
          <a:xfrm>
            <a:off x="-2393465" y="-1635538"/>
            <a:ext cx="4710415" cy="5344655"/>
            <a:chOff x="-2317265" y="-1559338"/>
            <a:chExt cx="4710415" cy="5344655"/>
          </a:xfrm>
        </p:grpSpPr>
        <p:pic>
          <p:nvPicPr>
            <p:cNvPr id="380" name="Google Shape;380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2317265" y="-1559338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81" name="Google Shape;381;p9"/>
            <p:cNvGrpSpPr/>
            <p:nvPr/>
          </p:nvGrpSpPr>
          <p:grpSpPr>
            <a:xfrm>
              <a:off x="-1322674" y="-1333888"/>
              <a:ext cx="3153315" cy="5119205"/>
              <a:chOff x="6643701" y="816087"/>
              <a:chExt cx="3153315" cy="5119205"/>
            </a:xfrm>
          </p:grpSpPr>
          <p:sp>
            <p:nvSpPr>
              <p:cNvPr id="382" name="Google Shape;382;p9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3" name="Google Shape;383;p9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4" name="Google Shape;384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5" name="Google Shape;385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86" name="Google Shape;386;p9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7" name="Google Shape;387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88" name="Google Shape;388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89" name="Google Shape;389;p9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390" name="Google Shape;390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1" name="Google Shape;391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92" name="Google Shape;392;p9"/>
            <p:cNvGrpSpPr/>
            <p:nvPr/>
          </p:nvGrpSpPr>
          <p:grpSpPr>
            <a:xfrm>
              <a:off x="121568" y="-846844"/>
              <a:ext cx="88151" cy="2151709"/>
              <a:chOff x="3054755" y="4367024"/>
              <a:chExt cx="88142" cy="1137387"/>
            </a:xfrm>
          </p:grpSpPr>
          <p:sp>
            <p:nvSpPr>
              <p:cNvPr id="393" name="Google Shape;393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5" name="Google Shape;395;p9"/>
            <p:cNvGrpSpPr/>
            <p:nvPr/>
          </p:nvGrpSpPr>
          <p:grpSpPr>
            <a:xfrm>
              <a:off x="361243" y="-718832"/>
              <a:ext cx="88151" cy="2151709"/>
              <a:chOff x="3054755" y="4367024"/>
              <a:chExt cx="88142" cy="1137387"/>
            </a:xfrm>
          </p:grpSpPr>
          <p:sp>
            <p:nvSpPr>
              <p:cNvPr id="396" name="Google Shape;396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8" name="Google Shape;398;p9"/>
            <p:cNvSpPr/>
            <p:nvPr/>
          </p:nvSpPr>
          <p:spPr>
            <a:xfrm rot="5400000">
              <a:off x="501466" y="-1277128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9" name="Google Shape;399;p9"/>
            <p:cNvGrpSpPr/>
            <p:nvPr/>
          </p:nvGrpSpPr>
          <p:grpSpPr>
            <a:xfrm>
              <a:off x="-175967" y="337269"/>
              <a:ext cx="480890" cy="481200"/>
              <a:chOff x="959750" y="3039275"/>
              <a:chExt cx="582050" cy="582425"/>
            </a:xfrm>
          </p:grpSpPr>
          <p:sp>
            <p:nvSpPr>
              <p:cNvPr id="400" name="Google Shape;400;p9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9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9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7" name="Google Shape;407;p9"/>
          <p:cNvGrpSpPr/>
          <p:nvPr/>
        </p:nvGrpSpPr>
        <p:grpSpPr>
          <a:xfrm>
            <a:off x="6719910" y="2898312"/>
            <a:ext cx="3920501" cy="3213899"/>
            <a:chOff x="6643710" y="2822113"/>
            <a:chExt cx="3920501" cy="3213899"/>
          </a:xfrm>
        </p:grpSpPr>
        <p:sp>
          <p:nvSpPr>
            <p:cNvPr id="408" name="Google Shape;408;p9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09" name="Google Shape;409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410" name="Google Shape;410;p9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411" name="Google Shape;411;p9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9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415" name="Google Shape;415;p9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8" name="Google Shape;418;p9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9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" name="Google Shape;420;p9"/>
          <p:cNvGrpSpPr/>
          <p:nvPr/>
        </p:nvGrpSpPr>
        <p:grpSpPr>
          <a:xfrm>
            <a:off x="-1953175" y="4816451"/>
            <a:ext cx="4558967" cy="134100"/>
            <a:chOff x="796100" y="3019701"/>
            <a:chExt cx="4558967" cy="134100"/>
          </a:xfrm>
        </p:grpSpPr>
        <p:sp>
          <p:nvSpPr>
            <p:cNvPr id="421" name="Google Shape;421;p9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22" name="Google Shape;422;p9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23" name="Google Shape;423;p9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96" name="Google Shape;496;p13"/>
          <p:cNvSpPr txBox="1">
            <a:spLocks noGrp="1"/>
          </p:cNvSpPr>
          <p:nvPr>
            <p:ph type="subTitle" idx="1"/>
          </p:nvPr>
        </p:nvSpPr>
        <p:spPr>
          <a:xfrm>
            <a:off x="720000" y="2244725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3"/>
          <p:cNvSpPr txBox="1">
            <a:spLocks noGrp="1"/>
          </p:cNvSpPr>
          <p:nvPr>
            <p:ph type="subTitle" idx="2"/>
          </p:nvPr>
        </p:nvSpPr>
        <p:spPr>
          <a:xfrm>
            <a:off x="4366700" y="2244725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8" name="Google Shape;498;p13"/>
          <p:cNvSpPr txBox="1">
            <a:spLocks noGrp="1"/>
          </p:cNvSpPr>
          <p:nvPr>
            <p:ph type="subTitle" idx="3"/>
          </p:nvPr>
        </p:nvSpPr>
        <p:spPr>
          <a:xfrm>
            <a:off x="720000" y="3940900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9" name="Google Shape;499;p13"/>
          <p:cNvSpPr txBox="1">
            <a:spLocks noGrp="1"/>
          </p:cNvSpPr>
          <p:nvPr>
            <p:ph type="subTitle" idx="4"/>
          </p:nvPr>
        </p:nvSpPr>
        <p:spPr>
          <a:xfrm>
            <a:off x="4366700" y="3940900"/>
            <a:ext cx="26610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0" name="Google Shape;500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3" y="1344775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3"/>
          <p:cNvSpPr txBox="1">
            <a:spLocks noGrp="1"/>
          </p:cNvSpPr>
          <p:nvPr>
            <p:ph type="title" idx="6" hasCustomPrompt="1"/>
          </p:nvPr>
        </p:nvSpPr>
        <p:spPr>
          <a:xfrm>
            <a:off x="720003" y="3040971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2" name="Google Shape;502;p13"/>
          <p:cNvSpPr txBox="1">
            <a:spLocks noGrp="1"/>
          </p:cNvSpPr>
          <p:nvPr>
            <p:ph type="title" idx="7" hasCustomPrompt="1"/>
          </p:nvPr>
        </p:nvSpPr>
        <p:spPr>
          <a:xfrm>
            <a:off x="4366698" y="1344775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3"/>
          <p:cNvSpPr txBox="1">
            <a:spLocks noGrp="1"/>
          </p:cNvSpPr>
          <p:nvPr>
            <p:ph type="title" idx="8" hasCustomPrompt="1"/>
          </p:nvPr>
        </p:nvSpPr>
        <p:spPr>
          <a:xfrm>
            <a:off x="4366698" y="3040971"/>
            <a:ext cx="1057500" cy="64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3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4" name="Google Shape;504;p13"/>
          <p:cNvSpPr txBox="1">
            <a:spLocks noGrp="1"/>
          </p:cNvSpPr>
          <p:nvPr>
            <p:ph type="subTitle" idx="9"/>
          </p:nvPr>
        </p:nvSpPr>
        <p:spPr>
          <a:xfrm>
            <a:off x="720000" y="1918675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505" name="Google Shape;505;p13"/>
          <p:cNvSpPr txBox="1">
            <a:spLocks noGrp="1"/>
          </p:cNvSpPr>
          <p:nvPr>
            <p:ph type="subTitle" idx="13"/>
          </p:nvPr>
        </p:nvSpPr>
        <p:spPr>
          <a:xfrm>
            <a:off x="4366698" y="1918675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4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506" name="Google Shape;506;p13"/>
          <p:cNvSpPr txBox="1">
            <a:spLocks noGrp="1"/>
          </p:cNvSpPr>
          <p:nvPr>
            <p:ph type="subTitle" idx="14"/>
          </p:nvPr>
        </p:nvSpPr>
        <p:spPr>
          <a:xfrm>
            <a:off x="720000" y="36148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507" name="Google Shape;507;p13"/>
          <p:cNvSpPr txBox="1">
            <a:spLocks noGrp="1"/>
          </p:cNvSpPr>
          <p:nvPr>
            <p:ph type="subTitle" idx="15"/>
          </p:nvPr>
        </p:nvSpPr>
        <p:spPr>
          <a:xfrm>
            <a:off x="4366698" y="3614801"/>
            <a:ext cx="32337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19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508" name="Google Shape;508;p13"/>
          <p:cNvGrpSpPr/>
          <p:nvPr/>
        </p:nvGrpSpPr>
        <p:grpSpPr>
          <a:xfrm>
            <a:off x="-808923" y="2711465"/>
            <a:ext cx="2097951" cy="3309497"/>
            <a:chOff x="-656523" y="2711465"/>
            <a:chExt cx="2097951" cy="3309497"/>
          </a:xfrm>
        </p:grpSpPr>
        <p:sp>
          <p:nvSpPr>
            <p:cNvPr id="509" name="Google Shape;509;p13"/>
            <p:cNvSpPr/>
            <p:nvPr/>
          </p:nvSpPr>
          <p:spPr>
            <a:xfrm flipH="1">
              <a:off x="-352474" y="4279466"/>
              <a:ext cx="1139424" cy="986746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0" name="Google Shape;510;p13"/>
            <p:cNvGrpSpPr/>
            <p:nvPr/>
          </p:nvGrpSpPr>
          <p:grpSpPr>
            <a:xfrm>
              <a:off x="323479" y="4682324"/>
              <a:ext cx="328346" cy="328531"/>
              <a:chOff x="3678700" y="407275"/>
              <a:chExt cx="708100" cy="708500"/>
            </a:xfrm>
          </p:grpSpPr>
          <p:sp>
            <p:nvSpPr>
              <p:cNvPr id="511" name="Google Shape;511;p13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13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3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13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13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13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13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8" name="Google Shape;518;p13"/>
            <p:cNvGrpSpPr/>
            <p:nvPr/>
          </p:nvGrpSpPr>
          <p:grpSpPr>
            <a:xfrm>
              <a:off x="-541317" y="2711465"/>
              <a:ext cx="1117945" cy="1598547"/>
              <a:chOff x="-541317" y="2711465"/>
              <a:chExt cx="1117945" cy="1598547"/>
            </a:xfrm>
          </p:grpSpPr>
          <p:sp>
            <p:nvSpPr>
              <p:cNvPr id="519" name="Google Shape;51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0" name="Google Shape;52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1" name="Google Shape;52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2" name="Google Shape;52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23" name="Google Shape;523;p13"/>
            <p:cNvGrpSpPr/>
            <p:nvPr/>
          </p:nvGrpSpPr>
          <p:grpSpPr>
            <a:xfrm rot="-9080766">
              <a:off x="-341725" y="3731687"/>
              <a:ext cx="1117904" cy="1598488"/>
              <a:chOff x="-541317" y="2711465"/>
              <a:chExt cx="1117945" cy="1598547"/>
            </a:xfrm>
          </p:grpSpPr>
          <p:sp>
            <p:nvSpPr>
              <p:cNvPr id="524" name="Google Shape;524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5" name="Google Shape;525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6" name="Google Shape;526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7" name="Google Shape;527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28" name="Google Shape;528;p13"/>
            <p:cNvGrpSpPr/>
            <p:nvPr/>
          </p:nvGrpSpPr>
          <p:grpSpPr>
            <a:xfrm rot="10800000">
              <a:off x="323483" y="4422415"/>
              <a:ext cx="1117945" cy="1598547"/>
              <a:chOff x="-541317" y="2711465"/>
              <a:chExt cx="1117945" cy="1598547"/>
            </a:xfrm>
          </p:grpSpPr>
          <p:sp>
            <p:nvSpPr>
              <p:cNvPr id="529" name="Google Shape;52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30" name="Google Shape;53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31" name="Google Shape;53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2" name="Google Shape;53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533" name="Google Shape;533;p13"/>
          <p:cNvGrpSpPr/>
          <p:nvPr/>
        </p:nvGrpSpPr>
        <p:grpSpPr>
          <a:xfrm>
            <a:off x="6470875" y="-1735180"/>
            <a:ext cx="4257000" cy="4171657"/>
            <a:chOff x="6394675" y="-1658980"/>
            <a:chExt cx="4257000" cy="4171657"/>
          </a:xfrm>
        </p:grpSpPr>
        <p:grpSp>
          <p:nvGrpSpPr>
            <p:cNvPr id="534" name="Google Shape;534;p13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535" name="Google Shape;535;p1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38" name="Google Shape;538;p13"/>
            <p:cNvSpPr/>
            <p:nvPr/>
          </p:nvSpPr>
          <p:spPr>
            <a:xfrm>
              <a:off x="6394675" y="0"/>
              <a:ext cx="284119" cy="246048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rgbClr val="0C0A9E">
                    <a:alpha val="2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3"/>
            <p:cNvSpPr/>
            <p:nvPr/>
          </p:nvSpPr>
          <p:spPr>
            <a:xfrm>
              <a:off x="6627600" y="-49075"/>
              <a:ext cx="570546" cy="494095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3"/>
          <p:cNvGrpSpPr/>
          <p:nvPr/>
        </p:nvGrpSpPr>
        <p:grpSpPr>
          <a:xfrm>
            <a:off x="-113888" y="229201"/>
            <a:ext cx="1891393" cy="134100"/>
            <a:chOff x="-113888" y="229201"/>
            <a:chExt cx="1891393" cy="134100"/>
          </a:xfrm>
        </p:grpSpPr>
        <p:sp>
          <p:nvSpPr>
            <p:cNvPr id="541" name="Google Shape;541;p13"/>
            <p:cNvSpPr/>
            <p:nvPr/>
          </p:nvSpPr>
          <p:spPr>
            <a:xfrm>
              <a:off x="1643404" y="2292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42" name="Google Shape;542;p13"/>
            <p:cNvCxnSpPr/>
            <p:nvPr/>
          </p:nvCxnSpPr>
          <p:spPr>
            <a:xfrm rot="10800000">
              <a:off x="783712" y="-601348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43" name="Google Shape;543;p13"/>
            <p:cNvSpPr/>
            <p:nvPr/>
          </p:nvSpPr>
          <p:spPr>
            <a:xfrm>
              <a:off x="1673517" y="2593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1" name="Google Shape;761;p19"/>
          <p:cNvSpPr txBox="1">
            <a:spLocks noGrp="1"/>
          </p:cNvSpPr>
          <p:nvPr>
            <p:ph type="subTitle" idx="1"/>
          </p:nvPr>
        </p:nvSpPr>
        <p:spPr>
          <a:xfrm>
            <a:off x="4881006" y="1786675"/>
            <a:ext cx="35430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2" name="Google Shape;762;p19"/>
          <p:cNvSpPr txBox="1">
            <a:spLocks noGrp="1"/>
          </p:cNvSpPr>
          <p:nvPr>
            <p:ph type="subTitle" idx="2"/>
          </p:nvPr>
        </p:nvSpPr>
        <p:spPr>
          <a:xfrm>
            <a:off x="720000" y="1786675"/>
            <a:ext cx="3543000" cy="18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63" name="Google Shape;763;p19"/>
          <p:cNvGrpSpPr/>
          <p:nvPr/>
        </p:nvGrpSpPr>
        <p:grpSpPr>
          <a:xfrm>
            <a:off x="-96329" y="4888563"/>
            <a:ext cx="1590408" cy="88125"/>
            <a:chOff x="124624" y="4953514"/>
            <a:chExt cx="1137387" cy="88142"/>
          </a:xfrm>
        </p:grpSpPr>
        <p:sp>
          <p:nvSpPr>
            <p:cNvPr id="764" name="Google Shape;764;p19"/>
            <p:cNvSpPr/>
            <p:nvPr/>
          </p:nvSpPr>
          <p:spPr>
            <a:xfrm rot="5400000">
              <a:off x="687043" y="4391096"/>
              <a:ext cx="12551" cy="1137387"/>
            </a:xfrm>
            <a:custGeom>
              <a:avLst/>
              <a:gdLst/>
              <a:ahLst/>
              <a:cxnLst/>
              <a:rect l="l" t="t" r="r" b="b"/>
              <a:pathLst>
                <a:path w="306" h="27731" extrusionOk="0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9"/>
            <p:cNvSpPr/>
            <p:nvPr/>
          </p:nvSpPr>
          <p:spPr>
            <a:xfrm rot="5400000">
              <a:off x="687063" y="4466709"/>
              <a:ext cx="12510" cy="1137387"/>
            </a:xfrm>
            <a:custGeom>
              <a:avLst/>
              <a:gdLst/>
              <a:ahLst/>
              <a:cxnLst/>
              <a:rect l="l" t="t" r="r" b="b"/>
              <a:pathLst>
                <a:path w="305" h="27731" extrusionOk="0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6" name="Google Shape;766;p19"/>
          <p:cNvGrpSpPr/>
          <p:nvPr/>
        </p:nvGrpSpPr>
        <p:grpSpPr>
          <a:xfrm>
            <a:off x="6883700" y="1385725"/>
            <a:ext cx="4028179" cy="5283555"/>
            <a:chOff x="6883700" y="1385725"/>
            <a:chExt cx="4028179" cy="5283555"/>
          </a:xfrm>
        </p:grpSpPr>
        <p:sp>
          <p:nvSpPr>
            <p:cNvPr id="767" name="Google Shape;767;p19"/>
            <p:cNvSpPr/>
            <p:nvPr/>
          </p:nvSpPr>
          <p:spPr>
            <a:xfrm>
              <a:off x="6883700" y="14075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9"/>
            <p:cNvSpPr/>
            <p:nvPr/>
          </p:nvSpPr>
          <p:spPr>
            <a:xfrm>
              <a:off x="7842318" y="13857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9"/>
            <p:cNvSpPr/>
            <p:nvPr/>
          </p:nvSpPr>
          <p:spPr>
            <a:xfrm>
              <a:off x="7734200" y="2571774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9"/>
            <p:cNvSpPr/>
            <p:nvPr/>
          </p:nvSpPr>
          <p:spPr>
            <a:xfrm>
              <a:off x="7758564" y="1550075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1" name="Google Shape;771;p19"/>
          <p:cNvGrpSpPr/>
          <p:nvPr/>
        </p:nvGrpSpPr>
        <p:grpSpPr>
          <a:xfrm>
            <a:off x="4598006" y="-1699037"/>
            <a:ext cx="5579794" cy="3203424"/>
            <a:chOff x="4521806" y="-1546637"/>
            <a:chExt cx="5579794" cy="3203424"/>
          </a:xfrm>
        </p:grpSpPr>
        <p:grpSp>
          <p:nvGrpSpPr>
            <p:cNvPr id="772" name="Google Shape;772;p19"/>
            <p:cNvGrpSpPr/>
            <p:nvPr/>
          </p:nvGrpSpPr>
          <p:grpSpPr>
            <a:xfrm>
              <a:off x="4619858" y="-154439"/>
              <a:ext cx="916824" cy="700199"/>
              <a:chOff x="4619858" y="-154439"/>
              <a:chExt cx="916824" cy="700199"/>
            </a:xfrm>
          </p:grpSpPr>
          <p:sp>
            <p:nvSpPr>
              <p:cNvPr id="773" name="Google Shape;773;p19"/>
              <p:cNvSpPr/>
              <p:nvPr/>
            </p:nvSpPr>
            <p:spPr>
              <a:xfrm>
                <a:off x="4823308" y="126723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19"/>
              <p:cNvSpPr/>
              <p:nvPr/>
            </p:nvSpPr>
            <p:spPr>
              <a:xfrm>
                <a:off x="4619858" y="-114577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19"/>
              <p:cNvSpPr/>
              <p:nvPr/>
            </p:nvSpPr>
            <p:spPr>
              <a:xfrm>
                <a:off x="5052808" y="-154439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776" name="Google Shape;776;p1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5904350" y="-1546637"/>
              <a:ext cx="4197251" cy="32034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7" name="Google Shape;777;p19"/>
            <p:cNvSpPr/>
            <p:nvPr/>
          </p:nvSpPr>
          <p:spPr>
            <a:xfrm rot="-5400000">
              <a:off x="5282845" y="-10589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9"/>
            <p:cNvSpPr/>
            <p:nvPr/>
          </p:nvSpPr>
          <p:spPr>
            <a:xfrm rot="-5400000">
              <a:off x="5282230" y="-899603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79" name="Google Shape;779;p19"/>
            <p:cNvGrpSpPr/>
            <p:nvPr/>
          </p:nvGrpSpPr>
          <p:grpSpPr>
            <a:xfrm rot="10800000">
              <a:off x="8323180" y="210225"/>
              <a:ext cx="1493503" cy="88125"/>
              <a:chOff x="124624" y="4953514"/>
              <a:chExt cx="1137387" cy="88142"/>
            </a:xfrm>
          </p:grpSpPr>
          <p:sp>
            <p:nvSpPr>
              <p:cNvPr id="780" name="Google Shape;780;p19"/>
              <p:cNvSpPr/>
              <p:nvPr/>
            </p:nvSpPr>
            <p:spPr>
              <a:xfrm rot="5400000">
                <a:off x="687043" y="4391096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19"/>
              <p:cNvSpPr/>
              <p:nvPr/>
            </p:nvSpPr>
            <p:spPr>
              <a:xfrm rot="5400000">
                <a:off x="687063" y="4466709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82" name="Google Shape;782;p19"/>
            <p:cNvGrpSpPr/>
            <p:nvPr/>
          </p:nvGrpSpPr>
          <p:grpSpPr>
            <a:xfrm>
              <a:off x="4619231" y="-32636"/>
              <a:ext cx="254987" cy="255131"/>
              <a:chOff x="3678700" y="407275"/>
              <a:chExt cx="708100" cy="708500"/>
            </a:xfrm>
          </p:grpSpPr>
          <p:sp>
            <p:nvSpPr>
              <p:cNvPr id="783" name="Google Shape;783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Google Shape;785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Google Shape;786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Google Shape;787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Google Shape;788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Google Shape;789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0" name="Google Shape;790;p19"/>
            <p:cNvGrpSpPr/>
            <p:nvPr/>
          </p:nvGrpSpPr>
          <p:grpSpPr>
            <a:xfrm>
              <a:off x="4521806" y="126714"/>
              <a:ext cx="254987" cy="255131"/>
              <a:chOff x="3678700" y="407275"/>
              <a:chExt cx="708100" cy="708500"/>
            </a:xfrm>
          </p:grpSpPr>
          <p:sp>
            <p:nvSpPr>
              <p:cNvPr id="791" name="Google Shape;791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Google Shape;1050;p24"/>
          <p:cNvGrpSpPr/>
          <p:nvPr/>
        </p:nvGrpSpPr>
        <p:grpSpPr>
          <a:xfrm>
            <a:off x="7059553" y="-2136808"/>
            <a:ext cx="4192757" cy="4558967"/>
            <a:chOff x="6983353" y="-2136808"/>
            <a:chExt cx="4192757" cy="4558967"/>
          </a:xfrm>
        </p:grpSpPr>
        <p:grpSp>
          <p:nvGrpSpPr>
            <p:cNvPr id="1051" name="Google Shape;1051;p24"/>
            <p:cNvGrpSpPr/>
            <p:nvPr/>
          </p:nvGrpSpPr>
          <p:grpSpPr>
            <a:xfrm rot="-509296">
              <a:off x="7187207" y="-982000"/>
              <a:ext cx="3785049" cy="3043008"/>
              <a:chOff x="7103825" y="-713112"/>
              <a:chExt cx="3785226" cy="3043150"/>
            </a:xfrm>
          </p:grpSpPr>
          <p:sp>
            <p:nvSpPr>
              <p:cNvPr id="1052" name="Google Shape;1052;p24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053" name="Google Shape;1053;p24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4" name="Google Shape;1054;p24"/>
            <p:cNvGrpSpPr/>
            <p:nvPr/>
          </p:nvGrpSpPr>
          <p:grpSpPr>
            <a:xfrm rot="5400000">
              <a:off x="6489450" y="75626"/>
              <a:ext cx="4558967" cy="134100"/>
              <a:chOff x="796100" y="3019701"/>
              <a:chExt cx="4558967" cy="134100"/>
            </a:xfrm>
          </p:grpSpPr>
          <p:sp>
            <p:nvSpPr>
              <p:cNvPr id="1055" name="Google Shape;1055;p24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56" name="Google Shape;1056;p24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57" name="Google Shape;1057;p24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58" name="Google Shape;1058;p24"/>
          <p:cNvSpPr txBox="1">
            <a:spLocks noGrp="1"/>
          </p:cNvSpPr>
          <p:nvPr>
            <p:ph type="subTitle" idx="1"/>
          </p:nvPr>
        </p:nvSpPr>
        <p:spPr>
          <a:xfrm>
            <a:off x="720000" y="26499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9" name="Google Shape;1059;p24"/>
          <p:cNvSpPr txBox="1">
            <a:spLocks noGrp="1"/>
          </p:cNvSpPr>
          <p:nvPr>
            <p:ph type="subTitle" idx="2"/>
          </p:nvPr>
        </p:nvSpPr>
        <p:spPr>
          <a:xfrm>
            <a:off x="3584484" y="26499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0" name="Google Shape;1060;p24"/>
          <p:cNvSpPr txBox="1">
            <a:spLocks noGrp="1"/>
          </p:cNvSpPr>
          <p:nvPr>
            <p:ph type="subTitle" idx="3"/>
          </p:nvPr>
        </p:nvSpPr>
        <p:spPr>
          <a:xfrm>
            <a:off x="6448975" y="26499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1" name="Google Shape;1061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62" name="Google Shape;1062;p24"/>
          <p:cNvSpPr txBox="1">
            <a:spLocks noGrp="1"/>
          </p:cNvSpPr>
          <p:nvPr>
            <p:ph type="subTitle" idx="4"/>
          </p:nvPr>
        </p:nvSpPr>
        <p:spPr>
          <a:xfrm>
            <a:off x="720000" y="23238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063" name="Google Shape;1063;p24"/>
          <p:cNvSpPr txBox="1">
            <a:spLocks noGrp="1"/>
          </p:cNvSpPr>
          <p:nvPr>
            <p:ph type="subTitle" idx="5"/>
          </p:nvPr>
        </p:nvSpPr>
        <p:spPr>
          <a:xfrm>
            <a:off x="3584483" y="23238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064" name="Google Shape;1064;p24"/>
          <p:cNvSpPr txBox="1">
            <a:spLocks noGrp="1"/>
          </p:cNvSpPr>
          <p:nvPr>
            <p:ph type="subTitle" idx="6"/>
          </p:nvPr>
        </p:nvSpPr>
        <p:spPr>
          <a:xfrm>
            <a:off x="6448972" y="23238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065" name="Google Shape;1065;p24"/>
          <p:cNvGrpSpPr/>
          <p:nvPr/>
        </p:nvGrpSpPr>
        <p:grpSpPr>
          <a:xfrm>
            <a:off x="6067575" y="2796625"/>
            <a:ext cx="4006263" cy="4771152"/>
            <a:chOff x="5915175" y="2339425"/>
            <a:chExt cx="4006263" cy="4771152"/>
          </a:xfrm>
        </p:grpSpPr>
        <p:sp>
          <p:nvSpPr>
            <p:cNvPr id="1066" name="Google Shape;1066;p24"/>
            <p:cNvSpPr/>
            <p:nvPr/>
          </p:nvSpPr>
          <p:spPr>
            <a:xfrm>
              <a:off x="5915175" y="23612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4"/>
            <p:cNvSpPr/>
            <p:nvPr/>
          </p:nvSpPr>
          <p:spPr>
            <a:xfrm>
              <a:off x="6873793" y="23394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68" name="Google Shape;1068;p24"/>
            <p:cNvGrpSpPr/>
            <p:nvPr/>
          </p:nvGrpSpPr>
          <p:grpSpPr>
            <a:xfrm>
              <a:off x="7520550" y="4608575"/>
              <a:ext cx="582050" cy="582425"/>
              <a:chOff x="959750" y="3039275"/>
              <a:chExt cx="582050" cy="582425"/>
            </a:xfrm>
          </p:grpSpPr>
          <p:sp>
            <p:nvSpPr>
              <p:cNvPr id="1069" name="Google Shape;1069;p24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4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4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24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24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4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4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24"/>
            <p:cNvGrpSpPr/>
            <p:nvPr/>
          </p:nvGrpSpPr>
          <p:grpSpPr>
            <a:xfrm>
              <a:off x="8484675" y="3658275"/>
              <a:ext cx="582050" cy="582425"/>
              <a:chOff x="959750" y="3039275"/>
              <a:chExt cx="582050" cy="582425"/>
            </a:xfrm>
          </p:grpSpPr>
          <p:sp>
            <p:nvSpPr>
              <p:cNvPr id="1077" name="Google Shape;1077;p24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24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4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4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4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4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4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84" name="Google Shape;1084;p24"/>
          <p:cNvGrpSpPr/>
          <p:nvPr/>
        </p:nvGrpSpPr>
        <p:grpSpPr>
          <a:xfrm>
            <a:off x="-235366" y="3828554"/>
            <a:ext cx="5249359" cy="2992224"/>
            <a:chOff x="-258616" y="3430829"/>
            <a:chExt cx="5249359" cy="2992224"/>
          </a:xfrm>
        </p:grpSpPr>
        <p:pic>
          <p:nvPicPr>
            <p:cNvPr id="1085" name="Google Shape;1085;p24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1070243" y="3430829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86" name="Google Shape;1086;p24"/>
            <p:cNvSpPr/>
            <p:nvPr/>
          </p:nvSpPr>
          <p:spPr>
            <a:xfrm>
              <a:off x="363250" y="4667754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24"/>
            <p:cNvSpPr/>
            <p:nvPr/>
          </p:nvSpPr>
          <p:spPr>
            <a:xfrm>
              <a:off x="941424" y="4724302"/>
              <a:ext cx="340329" cy="325895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4"/>
            <p:cNvSpPr/>
            <p:nvPr/>
          </p:nvSpPr>
          <p:spPr>
            <a:xfrm>
              <a:off x="820562" y="49581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4"/>
            <p:cNvSpPr/>
            <p:nvPr/>
          </p:nvSpPr>
          <p:spPr>
            <a:xfrm>
              <a:off x="1299000" y="46085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4"/>
            <p:cNvSpPr/>
            <p:nvPr/>
          </p:nvSpPr>
          <p:spPr>
            <a:xfrm rot="5400000">
              <a:off x="447539" y="313372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1" name="Google Shape;1091;p24"/>
            <p:cNvGrpSpPr/>
            <p:nvPr/>
          </p:nvGrpSpPr>
          <p:grpSpPr>
            <a:xfrm>
              <a:off x="736485" y="4387072"/>
              <a:ext cx="161977" cy="161940"/>
              <a:chOff x="1101075" y="2142375"/>
              <a:chExt cx="439200" cy="439100"/>
            </a:xfrm>
          </p:grpSpPr>
          <p:sp>
            <p:nvSpPr>
              <p:cNvPr id="1092" name="Google Shape;1092;p24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24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4" name="Google Shape;1094;p24"/>
            <p:cNvGrpSpPr/>
            <p:nvPr/>
          </p:nvGrpSpPr>
          <p:grpSpPr>
            <a:xfrm rot="10800000">
              <a:off x="2118901" y="4805293"/>
              <a:ext cx="161977" cy="161940"/>
              <a:chOff x="1101075" y="2142375"/>
              <a:chExt cx="439200" cy="439100"/>
            </a:xfrm>
          </p:grpSpPr>
          <p:sp>
            <p:nvSpPr>
              <p:cNvPr id="1095" name="Google Shape;1095;p24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24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97" name="Google Shape;1097;p24"/>
          <p:cNvGrpSpPr/>
          <p:nvPr/>
        </p:nvGrpSpPr>
        <p:grpSpPr>
          <a:xfrm>
            <a:off x="-515563" y="-797996"/>
            <a:ext cx="1433417" cy="2584783"/>
            <a:chOff x="-363163" y="-645596"/>
            <a:chExt cx="1433417" cy="2584783"/>
          </a:xfrm>
        </p:grpSpPr>
        <p:grpSp>
          <p:nvGrpSpPr>
            <p:cNvPr id="1098" name="Google Shape;1098;p24"/>
            <p:cNvGrpSpPr/>
            <p:nvPr/>
          </p:nvGrpSpPr>
          <p:grpSpPr>
            <a:xfrm rot="10800000">
              <a:off x="-64595" y="-645596"/>
              <a:ext cx="1134849" cy="2370191"/>
              <a:chOff x="-575575" y="3685599"/>
              <a:chExt cx="1421048" cy="2967932"/>
            </a:xfrm>
          </p:grpSpPr>
          <p:sp>
            <p:nvSpPr>
              <p:cNvPr id="1099" name="Google Shape;1099;p24"/>
              <p:cNvSpPr/>
              <p:nvPr/>
            </p:nvSpPr>
            <p:spPr>
              <a:xfrm>
                <a:off x="-575575" y="36855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24"/>
              <p:cNvSpPr/>
              <p:nvPr/>
            </p:nvSpPr>
            <p:spPr>
              <a:xfrm rot="10800000">
                <a:off x="-575573" y="3820175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01" name="Google Shape;1101;p24"/>
            <p:cNvSpPr/>
            <p:nvPr/>
          </p:nvSpPr>
          <p:spPr>
            <a:xfrm>
              <a:off x="0" y="361650"/>
              <a:ext cx="581991" cy="575861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4"/>
            <p:cNvSpPr/>
            <p:nvPr/>
          </p:nvSpPr>
          <p:spPr>
            <a:xfrm>
              <a:off x="131225" y="0"/>
              <a:ext cx="581991" cy="575861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3" name="Google Shape;1103;p24"/>
            <p:cNvGrpSpPr/>
            <p:nvPr/>
          </p:nvGrpSpPr>
          <p:grpSpPr>
            <a:xfrm rot="-2700000" flipH="1">
              <a:off x="-216370" y="1084101"/>
              <a:ext cx="708093" cy="708493"/>
              <a:chOff x="3678700" y="407275"/>
              <a:chExt cx="708100" cy="708500"/>
            </a:xfrm>
          </p:grpSpPr>
          <p:sp>
            <p:nvSpPr>
              <p:cNvPr id="1104" name="Google Shape;1104;p24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24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24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24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24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24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24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25"/>
          <p:cNvSpPr txBox="1">
            <a:spLocks noGrp="1"/>
          </p:cNvSpPr>
          <p:nvPr>
            <p:ph type="subTitle" idx="1"/>
          </p:nvPr>
        </p:nvSpPr>
        <p:spPr>
          <a:xfrm>
            <a:off x="720000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3" name="Google Shape;1113;p25"/>
          <p:cNvSpPr txBox="1">
            <a:spLocks noGrp="1"/>
          </p:cNvSpPr>
          <p:nvPr>
            <p:ph type="subTitle" idx="2"/>
          </p:nvPr>
        </p:nvSpPr>
        <p:spPr>
          <a:xfrm>
            <a:off x="3584484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4" name="Google Shape;1114;p25"/>
          <p:cNvSpPr txBox="1">
            <a:spLocks noGrp="1"/>
          </p:cNvSpPr>
          <p:nvPr>
            <p:ph type="subTitle" idx="3"/>
          </p:nvPr>
        </p:nvSpPr>
        <p:spPr>
          <a:xfrm>
            <a:off x="6448975" y="3520475"/>
            <a:ext cx="1981800" cy="10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5" name="Google Shape;1115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6" name="Google Shape;1116;p25"/>
          <p:cNvSpPr txBox="1">
            <a:spLocks noGrp="1"/>
          </p:cNvSpPr>
          <p:nvPr>
            <p:ph type="subTitle" idx="4"/>
          </p:nvPr>
        </p:nvSpPr>
        <p:spPr>
          <a:xfrm>
            <a:off x="720000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7" name="Google Shape;1117;p25"/>
          <p:cNvSpPr txBox="1">
            <a:spLocks noGrp="1"/>
          </p:cNvSpPr>
          <p:nvPr>
            <p:ph type="subTitle" idx="5"/>
          </p:nvPr>
        </p:nvSpPr>
        <p:spPr>
          <a:xfrm>
            <a:off x="3584483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8" name="Google Shape;1118;p25"/>
          <p:cNvSpPr txBox="1">
            <a:spLocks noGrp="1"/>
          </p:cNvSpPr>
          <p:nvPr>
            <p:ph type="subTitle" idx="6"/>
          </p:nvPr>
        </p:nvSpPr>
        <p:spPr>
          <a:xfrm>
            <a:off x="6448972" y="3194375"/>
            <a:ext cx="19818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19" name="Google Shape;1119;p25"/>
          <p:cNvSpPr>
            <a:spLocks noGrp="1"/>
          </p:cNvSpPr>
          <p:nvPr>
            <p:ph type="pic" idx="7"/>
          </p:nvPr>
        </p:nvSpPr>
        <p:spPr>
          <a:xfrm>
            <a:off x="720000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0" name="Google Shape;1120;p25"/>
          <p:cNvSpPr>
            <a:spLocks noGrp="1"/>
          </p:cNvSpPr>
          <p:nvPr>
            <p:ph type="pic" idx="8"/>
          </p:nvPr>
        </p:nvSpPr>
        <p:spPr>
          <a:xfrm>
            <a:off x="3584475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1" name="Google Shape;1121;p25"/>
          <p:cNvSpPr>
            <a:spLocks noGrp="1"/>
          </p:cNvSpPr>
          <p:nvPr>
            <p:ph type="pic" idx="9"/>
          </p:nvPr>
        </p:nvSpPr>
        <p:spPr>
          <a:xfrm>
            <a:off x="6448950" y="1236800"/>
            <a:ext cx="1981800" cy="16623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1122" name="Google Shape;1122;p25"/>
          <p:cNvGrpSpPr/>
          <p:nvPr/>
        </p:nvGrpSpPr>
        <p:grpSpPr>
          <a:xfrm>
            <a:off x="-928041" y="3925887"/>
            <a:ext cx="2833357" cy="1517787"/>
            <a:chOff x="-623241" y="3849687"/>
            <a:chExt cx="2833357" cy="1517787"/>
          </a:xfrm>
        </p:grpSpPr>
        <p:grpSp>
          <p:nvGrpSpPr>
            <p:cNvPr id="1123" name="Google Shape;1123;p25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124" name="Google Shape;1124;p25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25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25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25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28" name="Google Shape;1128;p25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129" name="Google Shape;1129;p25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0" name="Google Shape;1130;p25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1" name="Google Shape;1131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2" name="Google Shape;1132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33" name="Google Shape;1133;p25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4" name="Google Shape;1134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5" name="Google Shape;1135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136" name="Google Shape;1136;p25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25"/>
          <p:cNvGrpSpPr/>
          <p:nvPr/>
        </p:nvGrpSpPr>
        <p:grpSpPr>
          <a:xfrm>
            <a:off x="6400125" y="-1754449"/>
            <a:ext cx="4189199" cy="3065874"/>
            <a:chOff x="6171525" y="-1678249"/>
            <a:chExt cx="4189199" cy="3065874"/>
          </a:xfrm>
        </p:grpSpPr>
        <p:sp>
          <p:nvSpPr>
            <p:cNvPr id="1138" name="Google Shape;1138;p25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39" name="Google Shape;1139;p2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40" name="Google Shape;1140;p25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1" name="Google Shape;1141;p25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142" name="Google Shape;1142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9" name="Google Shape;1149;p25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150" name="Google Shape;1150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57" name="Google Shape;1157;p25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158" name="Google Shape;1158;p25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5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" name="Google Shape;1160;p25"/>
          <p:cNvGrpSpPr/>
          <p:nvPr/>
        </p:nvGrpSpPr>
        <p:grpSpPr>
          <a:xfrm rot="10800000">
            <a:off x="4995775" y="180626"/>
            <a:ext cx="4558967" cy="134100"/>
            <a:chOff x="796100" y="3019701"/>
            <a:chExt cx="4558967" cy="134100"/>
          </a:xfrm>
        </p:grpSpPr>
        <p:sp>
          <p:nvSpPr>
            <p:cNvPr id="1161" name="Google Shape;1161;p25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62" name="Google Shape;1162;p25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63" name="Google Shape;1163;p25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6" name="Google Shape;1166;p26"/>
          <p:cNvSpPr txBox="1">
            <a:spLocks noGrp="1"/>
          </p:cNvSpPr>
          <p:nvPr>
            <p:ph type="subTitle" idx="1"/>
          </p:nvPr>
        </p:nvSpPr>
        <p:spPr>
          <a:xfrm>
            <a:off x="1804750" y="1935218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 txBox="1">
            <a:spLocks noGrp="1"/>
          </p:cNvSpPr>
          <p:nvPr>
            <p:ph type="subTitle" idx="2"/>
          </p:nvPr>
        </p:nvSpPr>
        <p:spPr>
          <a:xfrm>
            <a:off x="5237152" y="1935218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8" name="Google Shape;1168;p26"/>
          <p:cNvSpPr txBox="1">
            <a:spLocks noGrp="1"/>
          </p:cNvSpPr>
          <p:nvPr>
            <p:ph type="subTitle" idx="3"/>
          </p:nvPr>
        </p:nvSpPr>
        <p:spPr>
          <a:xfrm>
            <a:off x="1804750" y="3561374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ubTitle" idx="4"/>
          </p:nvPr>
        </p:nvSpPr>
        <p:spPr>
          <a:xfrm>
            <a:off x="5237152" y="3561374"/>
            <a:ext cx="21021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0" name="Google Shape;1170;p26"/>
          <p:cNvSpPr txBox="1">
            <a:spLocks noGrp="1"/>
          </p:cNvSpPr>
          <p:nvPr>
            <p:ph type="subTitle" idx="5"/>
          </p:nvPr>
        </p:nvSpPr>
        <p:spPr>
          <a:xfrm>
            <a:off x="1804750" y="1605775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1" name="Google Shape;1171;p26"/>
          <p:cNvSpPr txBox="1">
            <a:spLocks noGrp="1"/>
          </p:cNvSpPr>
          <p:nvPr>
            <p:ph type="subTitle" idx="6"/>
          </p:nvPr>
        </p:nvSpPr>
        <p:spPr>
          <a:xfrm>
            <a:off x="5237150" y="1605775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2" name="Google Shape;1172;p26"/>
          <p:cNvSpPr txBox="1">
            <a:spLocks noGrp="1"/>
          </p:cNvSpPr>
          <p:nvPr>
            <p:ph type="subTitle" idx="7"/>
          </p:nvPr>
        </p:nvSpPr>
        <p:spPr>
          <a:xfrm>
            <a:off x="1804750" y="3231981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173" name="Google Shape;1173;p26"/>
          <p:cNvSpPr txBox="1">
            <a:spLocks noGrp="1"/>
          </p:cNvSpPr>
          <p:nvPr>
            <p:ph type="subTitle" idx="8"/>
          </p:nvPr>
        </p:nvSpPr>
        <p:spPr>
          <a:xfrm>
            <a:off x="5237150" y="3231981"/>
            <a:ext cx="2102100" cy="40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174" name="Google Shape;1174;p26"/>
          <p:cNvGrpSpPr/>
          <p:nvPr/>
        </p:nvGrpSpPr>
        <p:grpSpPr>
          <a:xfrm>
            <a:off x="-2902027" y="1271890"/>
            <a:ext cx="6191222" cy="6191222"/>
            <a:chOff x="-2825827" y="1271890"/>
            <a:chExt cx="6191222" cy="6191222"/>
          </a:xfrm>
        </p:grpSpPr>
        <p:pic>
          <p:nvPicPr>
            <p:cNvPr id="1175" name="Google Shape;1175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680950" y="38667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176" name="Google Shape;1176;p26"/>
            <p:cNvGrpSpPr/>
            <p:nvPr/>
          </p:nvGrpSpPr>
          <p:grpSpPr>
            <a:xfrm>
              <a:off x="-2825827" y="1271890"/>
              <a:ext cx="6191222" cy="6191222"/>
              <a:chOff x="-2825827" y="1271890"/>
              <a:chExt cx="6191222" cy="6191222"/>
            </a:xfrm>
          </p:grpSpPr>
          <p:sp>
            <p:nvSpPr>
              <p:cNvPr id="1177" name="Google Shape;1177;p26"/>
              <p:cNvSpPr/>
              <p:nvPr/>
            </p:nvSpPr>
            <p:spPr>
              <a:xfrm rot="2700000" flipH="1">
                <a:off x="-1733384" y="1992813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26"/>
              <p:cNvSpPr/>
              <p:nvPr/>
            </p:nvSpPr>
            <p:spPr>
              <a:xfrm rot="2700000" flipH="1">
                <a:off x="-1192832" y="2500186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79" name="Google Shape;1179;p26"/>
              <p:cNvGrpSpPr/>
              <p:nvPr/>
            </p:nvGrpSpPr>
            <p:grpSpPr>
              <a:xfrm rot="10800000">
                <a:off x="384881" y="3042905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0" name="Google Shape;1180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1" name="Google Shape;1181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82" name="Google Shape;1182;p26"/>
              <p:cNvGrpSpPr/>
              <p:nvPr/>
            </p:nvGrpSpPr>
            <p:grpSpPr>
              <a:xfrm rot="10800000">
                <a:off x="146106" y="3710980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3" name="Google Shape;1183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4" name="Google Shape;1184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85" name="Google Shape;1185;p26"/>
              <p:cNvGrpSpPr/>
              <p:nvPr/>
            </p:nvGrpSpPr>
            <p:grpSpPr>
              <a:xfrm>
                <a:off x="-102297" y="3780153"/>
                <a:ext cx="939901" cy="2449421"/>
                <a:chOff x="-102297" y="3780153"/>
                <a:chExt cx="939901" cy="2449421"/>
              </a:xfrm>
            </p:grpSpPr>
            <p:sp>
              <p:nvSpPr>
                <p:cNvPr id="1186" name="Google Shape;1186;p26"/>
                <p:cNvSpPr/>
                <p:nvPr/>
              </p:nvSpPr>
              <p:spPr>
                <a:xfrm rot="10800000">
                  <a:off x="260154" y="4254866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87" name="Google Shape;1187;p26"/>
                <p:cNvSpPr/>
                <p:nvPr/>
              </p:nvSpPr>
              <p:spPr>
                <a:xfrm rot="10800000">
                  <a:off x="-102297" y="3780153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88" name="Google Shape;1188;p26"/>
                <p:cNvGrpSpPr/>
                <p:nvPr/>
              </p:nvGrpSpPr>
              <p:grpSpPr>
                <a:xfrm rot="10800000">
                  <a:off x="532825" y="5492502"/>
                  <a:ext cx="134004" cy="134004"/>
                  <a:chOff x="8356813" y="1074288"/>
                  <a:chExt cx="351900" cy="351900"/>
                </a:xfrm>
              </p:grpSpPr>
              <p:sp>
                <p:nvSpPr>
                  <p:cNvPr id="1189" name="Google Shape;1189;p26"/>
                  <p:cNvSpPr/>
                  <p:nvPr/>
                </p:nvSpPr>
                <p:spPr>
                  <a:xfrm>
                    <a:off x="8356813" y="1074288"/>
                    <a:ext cx="351900" cy="3519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0" name="Google Shape;1190;p26"/>
                  <p:cNvSpPr/>
                  <p:nvPr/>
                </p:nvSpPr>
                <p:spPr>
                  <a:xfrm>
                    <a:off x="8406497" y="1123972"/>
                    <a:ext cx="252600" cy="252600"/>
                  </a:xfrm>
                  <a:prstGeom prst="ellipse">
                    <a:avLst/>
                  </a:pr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1191" name="Google Shape;1191;p26"/>
          <p:cNvGrpSpPr/>
          <p:nvPr/>
        </p:nvGrpSpPr>
        <p:grpSpPr>
          <a:xfrm>
            <a:off x="5650173" y="-1036475"/>
            <a:ext cx="6191222" cy="6865137"/>
            <a:chOff x="5497773" y="-1036475"/>
            <a:chExt cx="6191222" cy="6865137"/>
          </a:xfrm>
        </p:grpSpPr>
        <p:grpSp>
          <p:nvGrpSpPr>
            <p:cNvPr id="1192" name="Google Shape;1192;p26"/>
            <p:cNvGrpSpPr/>
            <p:nvPr/>
          </p:nvGrpSpPr>
          <p:grpSpPr>
            <a:xfrm>
              <a:off x="5497773" y="-362560"/>
              <a:ext cx="6191222" cy="6191222"/>
              <a:chOff x="5584373" y="-362560"/>
              <a:chExt cx="6191222" cy="6191222"/>
            </a:xfrm>
          </p:grpSpPr>
          <p:grpSp>
            <p:nvGrpSpPr>
              <p:cNvPr id="1193" name="Google Shape;1193;p26"/>
              <p:cNvGrpSpPr/>
              <p:nvPr/>
            </p:nvGrpSpPr>
            <p:grpSpPr>
              <a:xfrm>
                <a:off x="5584373" y="-362560"/>
                <a:ext cx="6191222" cy="6191222"/>
                <a:chOff x="5443673" y="-405860"/>
                <a:chExt cx="6191222" cy="6191222"/>
              </a:xfrm>
            </p:grpSpPr>
            <p:sp>
              <p:nvSpPr>
                <p:cNvPr id="1194" name="Google Shape;1194;p26"/>
                <p:cNvSpPr/>
                <p:nvPr/>
              </p:nvSpPr>
              <p:spPr>
                <a:xfrm rot="-8100000" flipH="1">
                  <a:off x="6536116" y="315063"/>
                  <a:ext cx="4006334" cy="474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5" name="Google Shape;1195;p26"/>
                <p:cNvSpPr/>
                <p:nvPr/>
              </p:nvSpPr>
              <p:spPr>
                <a:xfrm rot="-8100000" flipH="1">
                  <a:off x="7076657" y="1499343"/>
                  <a:ext cx="2925242" cy="305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6" name="Google Shape;1196;p26"/>
                <p:cNvSpPr/>
                <p:nvPr/>
              </p:nvSpPr>
              <p:spPr>
                <a:xfrm>
                  <a:off x="8301511" y="-335348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7" name="Google Shape;1197;p26"/>
                <p:cNvSpPr/>
                <p:nvPr/>
              </p:nvSpPr>
              <p:spPr>
                <a:xfrm>
                  <a:off x="8554000" y="27076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98" name="Google Shape;1198;p26"/>
              <p:cNvGrpSpPr/>
              <p:nvPr/>
            </p:nvGrpSpPr>
            <p:grpSpPr>
              <a:xfrm>
                <a:off x="8430786" y="3923547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99" name="Google Shape;1199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0" name="Google Shape;1200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01" name="Google Shape;1201;p26"/>
              <p:cNvGrpSpPr/>
              <p:nvPr/>
            </p:nvGrpSpPr>
            <p:grpSpPr>
              <a:xfrm>
                <a:off x="8669561" y="3255472"/>
                <a:ext cx="134100" cy="134100"/>
                <a:chOff x="-1999139" y="3143772"/>
                <a:chExt cx="134100" cy="134100"/>
              </a:xfrm>
            </p:grpSpPr>
            <p:sp>
              <p:nvSpPr>
                <p:cNvPr id="1202" name="Google Shape;1202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3" name="Google Shape;1203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04" name="Google Shape;1204;p26"/>
              <p:cNvGrpSpPr/>
              <p:nvPr/>
            </p:nvGrpSpPr>
            <p:grpSpPr>
              <a:xfrm>
                <a:off x="8612986" y="3110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205" name="Google Shape;1205;p26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06" name="Google Shape;1206;p26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pic>
          <p:nvPicPr>
            <p:cNvPr id="1207" name="Google Shape;1207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929350" y="-103647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08" name="Google Shape;1208;p26"/>
          <p:cNvGrpSpPr/>
          <p:nvPr/>
        </p:nvGrpSpPr>
        <p:grpSpPr>
          <a:xfrm>
            <a:off x="3983988" y="4933175"/>
            <a:ext cx="667916" cy="439200"/>
            <a:chOff x="3983988" y="4933175"/>
            <a:chExt cx="667916" cy="439200"/>
          </a:xfrm>
        </p:grpSpPr>
        <p:grpSp>
          <p:nvGrpSpPr>
            <p:cNvPr id="1209" name="Google Shape;1209;p26"/>
            <p:cNvGrpSpPr/>
            <p:nvPr/>
          </p:nvGrpSpPr>
          <p:grpSpPr>
            <a:xfrm rot="5400000">
              <a:off x="3983938" y="4933225"/>
              <a:ext cx="439200" cy="439100"/>
              <a:chOff x="1101075" y="2142375"/>
              <a:chExt cx="439200" cy="439100"/>
            </a:xfrm>
          </p:grpSpPr>
          <p:sp>
            <p:nvSpPr>
              <p:cNvPr id="1210" name="Google Shape;1210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12" name="Google Shape;1212;p26"/>
            <p:cNvGrpSpPr/>
            <p:nvPr/>
          </p:nvGrpSpPr>
          <p:grpSpPr>
            <a:xfrm rot="5400000">
              <a:off x="4423062" y="5038369"/>
              <a:ext cx="228867" cy="228815"/>
              <a:chOff x="1101075" y="2142375"/>
              <a:chExt cx="439200" cy="439100"/>
            </a:xfrm>
          </p:grpSpPr>
          <p:sp>
            <p:nvSpPr>
              <p:cNvPr id="1213" name="Google Shape;1213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Google Shape;1216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17" name="Google Shape;1217;p27"/>
          <p:cNvSpPr txBox="1">
            <a:spLocks noGrp="1"/>
          </p:cNvSpPr>
          <p:nvPr>
            <p:ph type="subTitle" idx="1"/>
          </p:nvPr>
        </p:nvSpPr>
        <p:spPr>
          <a:xfrm>
            <a:off x="720000" y="21137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8" name="Google Shape;1218;p27"/>
          <p:cNvSpPr txBox="1">
            <a:spLocks noGrp="1"/>
          </p:cNvSpPr>
          <p:nvPr>
            <p:ph type="subTitle" idx="2"/>
          </p:nvPr>
        </p:nvSpPr>
        <p:spPr>
          <a:xfrm>
            <a:off x="3469872" y="21137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9" name="Google Shape;1219;p27"/>
          <p:cNvSpPr txBox="1">
            <a:spLocks noGrp="1"/>
          </p:cNvSpPr>
          <p:nvPr>
            <p:ph type="subTitle" idx="3"/>
          </p:nvPr>
        </p:nvSpPr>
        <p:spPr>
          <a:xfrm>
            <a:off x="720000" y="38592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0" name="Google Shape;1220;p27"/>
          <p:cNvSpPr txBox="1">
            <a:spLocks noGrp="1"/>
          </p:cNvSpPr>
          <p:nvPr>
            <p:ph type="subTitle" idx="4"/>
          </p:nvPr>
        </p:nvSpPr>
        <p:spPr>
          <a:xfrm>
            <a:off x="3469872" y="38592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1" name="Google Shape;1221;p27"/>
          <p:cNvSpPr txBox="1">
            <a:spLocks noGrp="1"/>
          </p:cNvSpPr>
          <p:nvPr>
            <p:ph type="subTitle" idx="5"/>
          </p:nvPr>
        </p:nvSpPr>
        <p:spPr>
          <a:xfrm>
            <a:off x="6219751" y="2113784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2" name="Google Shape;1222;p27"/>
          <p:cNvSpPr txBox="1">
            <a:spLocks noGrp="1"/>
          </p:cNvSpPr>
          <p:nvPr>
            <p:ph type="subTitle" idx="6"/>
          </p:nvPr>
        </p:nvSpPr>
        <p:spPr>
          <a:xfrm>
            <a:off x="6219751" y="3859222"/>
            <a:ext cx="2204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3" name="Google Shape;1223;p27"/>
          <p:cNvSpPr txBox="1">
            <a:spLocks noGrp="1"/>
          </p:cNvSpPr>
          <p:nvPr>
            <p:ph type="subTitle" idx="7"/>
          </p:nvPr>
        </p:nvSpPr>
        <p:spPr>
          <a:xfrm>
            <a:off x="720000" y="17876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24" name="Google Shape;1224;p27"/>
          <p:cNvSpPr txBox="1">
            <a:spLocks noGrp="1"/>
          </p:cNvSpPr>
          <p:nvPr>
            <p:ph type="subTitle" idx="8"/>
          </p:nvPr>
        </p:nvSpPr>
        <p:spPr>
          <a:xfrm>
            <a:off x="3469873" y="17876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25" name="Google Shape;1225;p27"/>
          <p:cNvSpPr txBox="1">
            <a:spLocks noGrp="1"/>
          </p:cNvSpPr>
          <p:nvPr>
            <p:ph type="subTitle" idx="9"/>
          </p:nvPr>
        </p:nvSpPr>
        <p:spPr>
          <a:xfrm>
            <a:off x="720000" y="35331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26" name="Google Shape;1226;p27"/>
          <p:cNvSpPr txBox="1">
            <a:spLocks noGrp="1"/>
          </p:cNvSpPr>
          <p:nvPr>
            <p:ph type="subTitle" idx="13"/>
          </p:nvPr>
        </p:nvSpPr>
        <p:spPr>
          <a:xfrm>
            <a:off x="3469873" y="35331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27" name="Google Shape;1227;p27"/>
          <p:cNvSpPr txBox="1">
            <a:spLocks noGrp="1"/>
          </p:cNvSpPr>
          <p:nvPr>
            <p:ph type="subTitle" idx="14"/>
          </p:nvPr>
        </p:nvSpPr>
        <p:spPr>
          <a:xfrm>
            <a:off x="6219752" y="1787675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1228" name="Google Shape;1228;p27"/>
          <p:cNvSpPr txBox="1">
            <a:spLocks noGrp="1"/>
          </p:cNvSpPr>
          <p:nvPr>
            <p:ph type="subTitle" idx="15"/>
          </p:nvPr>
        </p:nvSpPr>
        <p:spPr>
          <a:xfrm>
            <a:off x="6219752" y="3533123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000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4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grpSp>
        <p:nvGrpSpPr>
          <p:cNvPr id="1229" name="Google Shape;1229;p27"/>
          <p:cNvGrpSpPr/>
          <p:nvPr/>
        </p:nvGrpSpPr>
        <p:grpSpPr>
          <a:xfrm>
            <a:off x="6102850" y="-1735180"/>
            <a:ext cx="4625025" cy="4171657"/>
            <a:chOff x="6026650" y="-1658980"/>
            <a:chExt cx="4625025" cy="4171657"/>
          </a:xfrm>
        </p:grpSpPr>
        <p:pic>
          <p:nvPicPr>
            <p:cNvPr id="1230" name="Google Shape;1230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361325" y="-5966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31" name="Google Shape;1231;p27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1232" name="Google Shape;1232;p27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27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27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35" name="Google Shape;1235;p27"/>
            <p:cNvGrpSpPr/>
            <p:nvPr/>
          </p:nvGrpSpPr>
          <p:grpSpPr>
            <a:xfrm>
              <a:off x="6026650" y="-49075"/>
              <a:ext cx="803471" cy="494095"/>
              <a:chOff x="6394675" y="-49075"/>
              <a:chExt cx="803471" cy="494095"/>
            </a:xfrm>
          </p:grpSpPr>
          <p:sp>
            <p:nvSpPr>
              <p:cNvPr id="1236" name="Google Shape;1236;p27"/>
              <p:cNvSpPr/>
              <p:nvPr/>
            </p:nvSpPr>
            <p:spPr>
              <a:xfrm>
                <a:off x="6394675" y="0"/>
                <a:ext cx="284119" cy="246048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27"/>
              <p:cNvSpPr/>
              <p:nvPr/>
            </p:nvSpPr>
            <p:spPr>
              <a:xfrm>
                <a:off x="6627600" y="-49075"/>
                <a:ext cx="570546" cy="494095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38" name="Google Shape;1238;p27"/>
          <p:cNvGrpSpPr/>
          <p:nvPr/>
        </p:nvGrpSpPr>
        <p:grpSpPr>
          <a:xfrm>
            <a:off x="-1089100" y="4200325"/>
            <a:ext cx="5368850" cy="1863749"/>
            <a:chOff x="-1089100" y="4200325"/>
            <a:chExt cx="5368850" cy="1863749"/>
          </a:xfrm>
        </p:grpSpPr>
        <p:grpSp>
          <p:nvGrpSpPr>
            <p:cNvPr id="1239" name="Google Shape;1239;p27"/>
            <p:cNvGrpSpPr/>
            <p:nvPr/>
          </p:nvGrpSpPr>
          <p:grpSpPr>
            <a:xfrm>
              <a:off x="-185037" y="4598363"/>
              <a:ext cx="904666" cy="726121"/>
              <a:chOff x="7945225" y="4302000"/>
              <a:chExt cx="904666" cy="726121"/>
            </a:xfrm>
          </p:grpSpPr>
          <p:sp>
            <p:nvSpPr>
              <p:cNvPr id="1240" name="Google Shape;1240;p2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2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2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243" name="Google Shape;1243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1837800" y="42003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44" name="Google Shape;1244;p27"/>
            <p:cNvGrpSpPr/>
            <p:nvPr/>
          </p:nvGrpSpPr>
          <p:grpSpPr>
            <a:xfrm rot="-2700000">
              <a:off x="390377" y="4688868"/>
              <a:ext cx="299453" cy="545119"/>
              <a:chOff x="-66426" y="1151064"/>
              <a:chExt cx="299455" cy="545125"/>
            </a:xfrm>
          </p:grpSpPr>
          <p:grpSp>
            <p:nvGrpSpPr>
              <p:cNvPr id="1245" name="Google Shape;1245;p27"/>
              <p:cNvGrpSpPr/>
              <p:nvPr/>
            </p:nvGrpSpPr>
            <p:grpSpPr>
              <a:xfrm>
                <a:off x="-66426" y="13965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46" name="Google Shape;1246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7" name="Google Shape;1247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8" name="Google Shape;1248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9" name="Google Shape;1249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0" name="Google Shape;1250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1" name="Google Shape;1251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2" name="Google Shape;1252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53" name="Google Shape;1253;p27"/>
              <p:cNvGrpSpPr/>
              <p:nvPr/>
            </p:nvGrpSpPr>
            <p:grpSpPr>
              <a:xfrm>
                <a:off x="-66426" y="11510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54" name="Google Shape;1254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5" name="Google Shape;1255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6" name="Google Shape;1256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7" name="Google Shape;1257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8" name="Google Shape;1258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59" name="Google Shape;1259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60" name="Google Shape;1260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261" name="Google Shape;1261;p27"/>
            <p:cNvGrpSpPr/>
            <p:nvPr/>
          </p:nvGrpSpPr>
          <p:grpSpPr>
            <a:xfrm>
              <a:off x="-1089100" y="4894376"/>
              <a:ext cx="4558967" cy="134100"/>
              <a:chOff x="796100" y="3019701"/>
              <a:chExt cx="4558967" cy="134100"/>
            </a:xfrm>
          </p:grpSpPr>
          <p:sp>
            <p:nvSpPr>
              <p:cNvPr id="1262" name="Google Shape;1262;p2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63" name="Google Shape;1263;p2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64" name="Google Shape;1264;p2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9" name="Google Shape;1339;p30"/>
          <p:cNvGrpSpPr/>
          <p:nvPr/>
        </p:nvGrpSpPr>
        <p:grpSpPr>
          <a:xfrm>
            <a:off x="-623241" y="3925887"/>
            <a:ext cx="2833357" cy="1517787"/>
            <a:chOff x="-623241" y="3849687"/>
            <a:chExt cx="2833357" cy="1517787"/>
          </a:xfrm>
        </p:grpSpPr>
        <p:grpSp>
          <p:nvGrpSpPr>
            <p:cNvPr id="1340" name="Google Shape;1340;p30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341" name="Google Shape;1341;p30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0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0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0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45" name="Google Shape;1345;p30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346" name="Google Shape;1346;p30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47" name="Google Shape;1347;p30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8" name="Google Shape;1348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49" name="Google Shape;1349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350" name="Google Shape;1350;p30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351" name="Google Shape;1351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52" name="Google Shape;1352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353" name="Google Shape;1353;p30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4" name="Google Shape;1354;p30"/>
          <p:cNvGrpSpPr/>
          <p:nvPr/>
        </p:nvGrpSpPr>
        <p:grpSpPr>
          <a:xfrm>
            <a:off x="6323925" y="-1678249"/>
            <a:ext cx="4189199" cy="3065874"/>
            <a:chOff x="6171525" y="-1678249"/>
            <a:chExt cx="4189199" cy="3065874"/>
          </a:xfrm>
        </p:grpSpPr>
        <p:sp>
          <p:nvSpPr>
            <p:cNvPr id="1355" name="Google Shape;1355;p30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356" name="Google Shape;1356;p3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7" name="Google Shape;1357;p30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58" name="Google Shape;1358;p30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359" name="Google Shape;1359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66" name="Google Shape;1366;p30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367" name="Google Shape;1367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4" name="Google Shape;1374;p30"/>
          <p:cNvGrpSpPr/>
          <p:nvPr/>
        </p:nvGrpSpPr>
        <p:grpSpPr>
          <a:xfrm rot="2700000">
            <a:off x="8945322" y="2352177"/>
            <a:ext cx="439196" cy="439096"/>
            <a:chOff x="1101075" y="2142375"/>
            <a:chExt cx="439200" cy="439100"/>
          </a:xfrm>
        </p:grpSpPr>
        <p:sp>
          <p:nvSpPr>
            <p:cNvPr id="1375" name="Google Shape;1375;p30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30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8" name="Google Shape;1378;p31"/>
          <p:cNvGrpSpPr/>
          <p:nvPr/>
        </p:nvGrpSpPr>
        <p:grpSpPr>
          <a:xfrm>
            <a:off x="8332551" y="-7"/>
            <a:ext cx="2386151" cy="3293873"/>
            <a:chOff x="8256351" y="-7"/>
            <a:chExt cx="2386151" cy="3293873"/>
          </a:xfrm>
        </p:grpSpPr>
        <p:pic>
          <p:nvPicPr>
            <p:cNvPr id="1379" name="Google Shape;1379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80" name="Google Shape;1380;p31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1381" name="Google Shape;1381;p31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382" name="Google Shape;1382;p31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1383" name="Google Shape;1383;p31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84" name="Google Shape;1384;p31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385" name="Google Shape;1385;p31"/>
          <p:cNvGrpSpPr/>
          <p:nvPr/>
        </p:nvGrpSpPr>
        <p:grpSpPr>
          <a:xfrm>
            <a:off x="-213525" y="171225"/>
            <a:ext cx="439200" cy="439100"/>
            <a:chOff x="1101075" y="2142375"/>
            <a:chExt cx="439200" cy="439100"/>
          </a:xfrm>
        </p:grpSpPr>
        <p:sp>
          <p:nvSpPr>
            <p:cNvPr id="1386" name="Google Shape;1386;p31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31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8" name="Google Shape;1388;p31"/>
          <p:cNvGrpSpPr/>
          <p:nvPr/>
        </p:nvGrpSpPr>
        <p:grpSpPr>
          <a:xfrm>
            <a:off x="-1262974" y="3161328"/>
            <a:ext cx="4822591" cy="2934500"/>
            <a:chOff x="-1186774" y="3161328"/>
            <a:chExt cx="4822591" cy="2934500"/>
          </a:xfrm>
        </p:grpSpPr>
        <p:pic>
          <p:nvPicPr>
            <p:cNvPr id="1389" name="Google Shape;1389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0" name="Google Shape;1390;p31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91" name="Google Shape;1391;p31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1392" name="Google Shape;1392;p31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93" name="Google Shape;1393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4" name="Google Shape;1394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5" name="Google Shape;1395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6" name="Google Shape;1396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7" name="Google Shape;1397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8" name="Google Shape;1398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99" name="Google Shape;1399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0" name="Google Shape;1400;p31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1" name="Google Shape;1401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2" name="Google Shape;1402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3" name="Google Shape;1403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4" name="Google Shape;1404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5" name="Google Shape;1405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6" name="Google Shape;1406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07" name="Google Shape;1407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408" name="Google Shape;1408;p31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9" name="Google Shape;1409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0" name="Google Shape;1410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1" name="Google Shape;1411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2" name="Google Shape;1412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3" name="Google Shape;1413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4" name="Google Shape;1414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15" name="Google Shape;1415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416" name="Google Shape;1416;p31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1417" name="Google Shape;1417;p31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18" name="Google Shape;1418;p31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9" name="Google Shape;1419;p31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5" r:id="rId4"/>
    <p:sldLayoutId id="2147483658" r:id="rId5"/>
    <p:sldLayoutId id="2147483659" r:id="rId6"/>
    <p:sldLayoutId id="2147483665" r:id="rId7"/>
    <p:sldLayoutId id="2147483670" r:id="rId8"/>
    <p:sldLayoutId id="2147483671" r:id="rId9"/>
    <p:sldLayoutId id="2147483672" r:id="rId10"/>
    <p:sldLayoutId id="2147483673" r:id="rId11"/>
    <p:sldLayoutId id="2147483676" r:id="rId12"/>
    <p:sldLayoutId id="2147483677" r:id="rId13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Google Shape;1430;p35"/>
          <p:cNvSpPr txBox="1">
            <a:spLocks noGrp="1"/>
          </p:cNvSpPr>
          <p:nvPr>
            <p:ph type="subTitle" idx="1"/>
          </p:nvPr>
        </p:nvSpPr>
        <p:spPr>
          <a:xfrm>
            <a:off x="1096850" y="3456250"/>
            <a:ext cx="4882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i="1" dirty="0"/>
              <a:t>Computer Vision – A.Y. 2024-2025</a:t>
            </a:r>
          </a:p>
          <a:p>
            <a:r>
              <a:rPr lang="it-IT" dirty="0"/>
              <a:t>Flavio Corsetti – 1997818</a:t>
            </a:r>
          </a:p>
          <a:p>
            <a:r>
              <a:rPr lang="it-IT" dirty="0"/>
              <a:t>Federica Sardo - 1760539</a:t>
            </a:r>
          </a:p>
          <a:p>
            <a:br>
              <a:rPr lang="it-IT" dirty="0"/>
            </a:br>
            <a:endParaRPr dirty="0"/>
          </a:p>
        </p:txBody>
      </p:sp>
      <p:sp>
        <p:nvSpPr>
          <p:cNvPr id="1431" name="Google Shape;1431;p35"/>
          <p:cNvSpPr txBox="1">
            <a:spLocks noGrp="1"/>
          </p:cNvSpPr>
          <p:nvPr>
            <p:ph type="ctrTitle"/>
          </p:nvPr>
        </p:nvSpPr>
        <p:spPr>
          <a:xfrm>
            <a:off x="1096850" y="816324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3200" dirty="0">
                <a:solidFill>
                  <a:schemeClr val="dk2"/>
                </a:solidFill>
              </a:rPr>
              <a:t>Car Plate Recognition </a:t>
            </a:r>
            <a:r>
              <a:rPr lang="en-US" sz="3200" dirty="0"/>
              <a:t>and</a:t>
            </a:r>
            <a:br>
              <a:rPr lang="en-US" sz="3200" dirty="0"/>
            </a:br>
            <a:r>
              <a:rPr lang="en-US" sz="3200" dirty="0"/>
              <a:t>Reconstruction with Deep Learning</a:t>
            </a:r>
            <a:endParaRPr sz="3200" dirty="0">
              <a:solidFill>
                <a:schemeClr val="dk1"/>
              </a:solidFill>
            </a:endParaRPr>
          </a:p>
        </p:txBody>
      </p:sp>
      <p:grpSp>
        <p:nvGrpSpPr>
          <p:cNvPr id="1432" name="Google Shape;1432;p35"/>
          <p:cNvGrpSpPr/>
          <p:nvPr/>
        </p:nvGrpSpPr>
        <p:grpSpPr>
          <a:xfrm>
            <a:off x="1096850" y="3242811"/>
            <a:ext cx="3936683" cy="134070"/>
            <a:chOff x="1096850" y="3242811"/>
            <a:chExt cx="3936683" cy="134070"/>
          </a:xfrm>
        </p:grpSpPr>
        <p:cxnSp>
          <p:nvCxnSpPr>
            <p:cNvPr id="1433" name="Google Shape;1433;p35"/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4" name="Google Shape;1434;p35"/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435" name="Google Shape;1435;p35"/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35"/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7" name="Google Shape;1437;p35"/>
          <p:cNvGrpSpPr/>
          <p:nvPr/>
        </p:nvGrpSpPr>
        <p:grpSpPr>
          <a:xfrm>
            <a:off x="8017432" y="-313900"/>
            <a:ext cx="134070" cy="1891362"/>
            <a:chOff x="8017432" y="-313900"/>
            <a:chExt cx="134070" cy="1891362"/>
          </a:xfrm>
        </p:grpSpPr>
        <p:sp>
          <p:nvSpPr>
            <p:cNvPr id="1438" name="Google Shape;1438;p35"/>
            <p:cNvSpPr/>
            <p:nvPr/>
          </p:nvSpPr>
          <p:spPr>
            <a:xfrm rot="5400000">
              <a:off x="8017432" y="1443393"/>
              <a:ext cx="134070" cy="13407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39" name="Google Shape;1439;p35"/>
            <p:cNvCxnSpPr/>
            <p:nvPr/>
          </p:nvCxnSpPr>
          <p:spPr>
            <a:xfrm>
              <a:off x="8084450" y="-313900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0" name="Google Shape;1440;p35"/>
            <p:cNvSpPr/>
            <p:nvPr/>
          </p:nvSpPr>
          <p:spPr>
            <a:xfrm rot="5400000">
              <a:off x="8047515" y="1473505"/>
              <a:ext cx="73844" cy="73844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35"/>
          <p:cNvGrpSpPr/>
          <p:nvPr/>
        </p:nvGrpSpPr>
        <p:grpSpPr>
          <a:xfrm>
            <a:off x="6309526" y="957475"/>
            <a:ext cx="3504715" cy="5119205"/>
            <a:chOff x="6309526" y="836950"/>
            <a:chExt cx="3504715" cy="5119205"/>
          </a:xfrm>
        </p:grpSpPr>
        <p:sp>
          <p:nvSpPr>
            <p:cNvPr id="1442" name="Google Shape;1442;p35"/>
            <p:cNvSpPr/>
            <p:nvPr/>
          </p:nvSpPr>
          <p:spPr>
            <a:xfrm>
              <a:off x="6309526" y="8369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3" name="Google Shape;1443;p35"/>
            <p:cNvGrpSpPr/>
            <p:nvPr/>
          </p:nvGrpSpPr>
          <p:grpSpPr>
            <a:xfrm>
              <a:off x="7728436" y="3524084"/>
              <a:ext cx="134004" cy="134004"/>
              <a:chOff x="8356813" y="1074288"/>
              <a:chExt cx="351900" cy="351900"/>
            </a:xfrm>
          </p:grpSpPr>
          <p:sp>
            <p:nvSpPr>
              <p:cNvPr id="1444" name="Google Shape;1444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35"/>
            <p:cNvGrpSpPr/>
            <p:nvPr/>
          </p:nvGrpSpPr>
          <p:grpSpPr>
            <a:xfrm>
              <a:off x="7344361" y="3150259"/>
              <a:ext cx="134004" cy="134004"/>
              <a:chOff x="8356813" y="1074288"/>
              <a:chExt cx="351900" cy="351900"/>
            </a:xfrm>
          </p:grpSpPr>
          <p:sp>
            <p:nvSpPr>
              <p:cNvPr id="1447" name="Google Shape;1447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9" name="Google Shape;1449;p35"/>
            <p:cNvGrpSpPr/>
            <p:nvPr/>
          </p:nvGrpSpPr>
          <p:grpSpPr>
            <a:xfrm>
              <a:off x="8337811" y="2464059"/>
              <a:ext cx="134004" cy="134004"/>
              <a:chOff x="8356813" y="1074288"/>
              <a:chExt cx="351900" cy="351900"/>
            </a:xfrm>
          </p:grpSpPr>
          <p:sp>
            <p:nvSpPr>
              <p:cNvPr id="1450" name="Google Shape;1450;p35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35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52" name="Google Shape;1452;p35"/>
            <p:cNvSpPr/>
            <p:nvPr/>
          </p:nvSpPr>
          <p:spPr>
            <a:xfrm rot="5400000">
              <a:off x="7687039" y="1023058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rPr>
              <a:t>Outline</a:t>
            </a:r>
            <a:endParaRPr sz="32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1467" name="Google Shape;1467;p37"/>
          <p:cNvSpPr txBox="1">
            <a:spLocks noGrp="1"/>
          </p:cNvSpPr>
          <p:nvPr>
            <p:ph type="subTitle" idx="9"/>
          </p:nvPr>
        </p:nvSpPr>
        <p:spPr>
          <a:xfrm>
            <a:off x="720000" y="729192"/>
            <a:ext cx="5982251" cy="383903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sz="1600" dirty="0" err="1"/>
              <a:t>Introduction</a:t>
            </a:r>
            <a:endParaRPr lang="it-IT" sz="1600" dirty="0"/>
          </a:p>
          <a:p>
            <a:r>
              <a:rPr lang="it-IT" sz="1600" dirty="0" err="1"/>
              <a:t>Proposed</a:t>
            </a:r>
            <a:r>
              <a:rPr lang="it-IT" sz="1600" dirty="0"/>
              <a:t> </a:t>
            </a:r>
            <a:r>
              <a:rPr lang="it-IT" sz="1600" dirty="0" err="1"/>
              <a:t>methods</a:t>
            </a:r>
            <a:endParaRPr lang="it-IT" sz="1600" dirty="0"/>
          </a:p>
          <a:p>
            <a:r>
              <a:rPr lang="it-IT" sz="1600" dirty="0"/>
              <a:t>Datasets and </a:t>
            </a:r>
            <a:r>
              <a:rPr lang="it-IT" sz="1600" dirty="0" err="1"/>
              <a:t>metrics</a:t>
            </a:r>
            <a:endParaRPr lang="it-IT" sz="1600" dirty="0"/>
          </a:p>
          <a:p>
            <a:r>
              <a:rPr lang="it-IT" sz="1600" dirty="0" err="1"/>
              <a:t>Experimental</a:t>
            </a:r>
            <a:r>
              <a:rPr lang="it-IT" sz="1600" dirty="0"/>
              <a:t> </a:t>
            </a:r>
            <a:r>
              <a:rPr lang="it-IT" sz="1600" dirty="0" err="1"/>
              <a:t>results</a:t>
            </a:r>
            <a:endParaRPr lang="it-IT" sz="1600" dirty="0"/>
          </a:p>
          <a:p>
            <a:r>
              <a:rPr lang="it-IT" sz="1600" dirty="0" err="1"/>
              <a:t>Comparison</a:t>
            </a:r>
            <a:endParaRPr lang="it-IT" sz="1600" dirty="0"/>
          </a:p>
          <a:p>
            <a:r>
              <a:rPr lang="it-IT" sz="1600" dirty="0" err="1"/>
              <a:t>Conclusions</a:t>
            </a:r>
            <a:endParaRPr lang="it-IT" sz="1600" dirty="0"/>
          </a:p>
          <a:p>
            <a:r>
              <a:rPr lang="it-IT" sz="1600" dirty="0" err="1"/>
              <a:t>References</a:t>
            </a:r>
            <a:endParaRPr lang="it-IT" sz="1600" dirty="0"/>
          </a:p>
          <a:p>
            <a:br>
              <a:rPr lang="it-IT" dirty="0"/>
            </a:b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E02549F-D309-AE61-8914-7B9099AD6517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1532" name="Google Shape;1532;p39"/>
          <p:cNvSpPr txBox="1">
            <a:spLocks noGrp="1"/>
          </p:cNvSpPr>
          <p:nvPr>
            <p:ph type="subTitle" idx="2"/>
          </p:nvPr>
        </p:nvSpPr>
        <p:spPr>
          <a:xfrm>
            <a:off x="719999" y="1177071"/>
            <a:ext cx="7851245" cy="9817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Our goal was to develop a computer vision system to </a:t>
            </a:r>
            <a:r>
              <a:rPr lang="en-US" b="1" dirty="0"/>
              <a:t>detect license plates in images </a:t>
            </a:r>
            <a:r>
              <a:rPr lang="en-US" dirty="0"/>
              <a:t>using bounding box localization and extract text through optical character recognition, handling varied lighting and viewing angles for real-world accuracy.</a:t>
            </a:r>
            <a:endParaRPr dirty="0"/>
          </a:p>
        </p:txBody>
      </p:sp>
      <p:grpSp>
        <p:nvGrpSpPr>
          <p:cNvPr id="1533" name="Google Shape;1533;p39"/>
          <p:cNvGrpSpPr/>
          <p:nvPr/>
        </p:nvGrpSpPr>
        <p:grpSpPr>
          <a:xfrm>
            <a:off x="-123925" y="4132283"/>
            <a:ext cx="4558967" cy="1141122"/>
            <a:chOff x="-123925" y="4132283"/>
            <a:chExt cx="4558967" cy="1141122"/>
          </a:xfrm>
        </p:grpSpPr>
        <p:grpSp>
          <p:nvGrpSpPr>
            <p:cNvPr id="1534" name="Google Shape;1534;p39"/>
            <p:cNvGrpSpPr/>
            <p:nvPr/>
          </p:nvGrpSpPr>
          <p:grpSpPr>
            <a:xfrm>
              <a:off x="-2" y="4132283"/>
              <a:ext cx="2308406" cy="1141122"/>
              <a:chOff x="-2" y="4132283"/>
              <a:chExt cx="2308406" cy="1141122"/>
            </a:xfrm>
          </p:grpSpPr>
          <p:sp>
            <p:nvSpPr>
              <p:cNvPr id="1535" name="Google Shape;1535;p39"/>
              <p:cNvSpPr/>
              <p:nvPr/>
            </p:nvSpPr>
            <p:spPr>
              <a:xfrm rot="5400000">
                <a:off x="663005" y="3628622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39"/>
              <p:cNvSpPr/>
              <p:nvPr/>
            </p:nvSpPr>
            <p:spPr>
              <a:xfrm rot="5400000">
                <a:off x="663620" y="3469276"/>
                <a:ext cx="981776" cy="2307791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7" name="Google Shape;1537;p39"/>
            <p:cNvGrpSpPr/>
            <p:nvPr/>
          </p:nvGrpSpPr>
          <p:grpSpPr>
            <a:xfrm>
              <a:off x="-123925" y="4386226"/>
              <a:ext cx="4558967" cy="134100"/>
              <a:chOff x="796100" y="3019701"/>
              <a:chExt cx="4558967" cy="134100"/>
            </a:xfrm>
          </p:grpSpPr>
          <p:sp>
            <p:nvSpPr>
              <p:cNvPr id="1538" name="Google Shape;1538;p39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9" name="Google Shape;1539;p39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0" name="Google Shape;1540;p39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2125;p54">
            <a:extLst>
              <a:ext uri="{FF2B5EF4-FFF2-40B4-BE49-F238E27FC236}">
                <a16:creationId xmlns:a16="http://schemas.microsoft.com/office/drawing/2014/main" id="{4F5CEE66-61D9-808A-0350-DA37ABEDD926}"/>
              </a:ext>
            </a:extLst>
          </p:cNvPr>
          <p:cNvSpPr txBox="1"/>
          <p:nvPr/>
        </p:nvSpPr>
        <p:spPr>
          <a:xfrm>
            <a:off x="2927154" y="2282608"/>
            <a:ext cx="366619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30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671;p42">
            <a:extLst>
              <a:ext uri="{FF2B5EF4-FFF2-40B4-BE49-F238E27FC236}">
                <a16:creationId xmlns:a16="http://schemas.microsoft.com/office/drawing/2014/main" id="{C1B8FD63-70ED-D2BA-0A16-4804431DB0D0}"/>
              </a:ext>
            </a:extLst>
          </p:cNvPr>
          <p:cNvSpPr txBox="1">
            <a:spLocks/>
          </p:cNvSpPr>
          <p:nvPr/>
        </p:nvSpPr>
        <p:spPr>
          <a:xfrm>
            <a:off x="794028" y="2979366"/>
            <a:ext cx="1512427" cy="5863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b="1" dirty="0"/>
              <a:t>Baseline Development</a:t>
            </a:r>
            <a:endParaRPr lang="it-IT" dirty="0"/>
          </a:p>
          <a:p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0415E2D-0783-BCA5-51AF-F2C87B45332C}"/>
              </a:ext>
            </a:extLst>
          </p:cNvPr>
          <p:cNvSpPr txBox="1"/>
          <p:nvPr/>
        </p:nvSpPr>
        <p:spPr>
          <a:xfrm>
            <a:off x="794028" y="3230268"/>
            <a:ext cx="16975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Create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proprietary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baseline model</a:t>
            </a:r>
          </a:p>
        </p:txBody>
      </p:sp>
      <p:sp>
        <p:nvSpPr>
          <p:cNvPr id="7" name="Google Shape;2125;p54">
            <a:extLst>
              <a:ext uri="{FF2B5EF4-FFF2-40B4-BE49-F238E27FC236}">
                <a16:creationId xmlns:a16="http://schemas.microsoft.com/office/drawing/2014/main" id="{2A4CF72E-E2DA-83F8-3EED-3329CE141844}"/>
              </a:ext>
            </a:extLst>
          </p:cNvPr>
          <p:cNvSpPr txBox="1"/>
          <p:nvPr/>
        </p:nvSpPr>
        <p:spPr>
          <a:xfrm>
            <a:off x="449379" y="2312641"/>
            <a:ext cx="7224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30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" name="Google Shape;1671;p42">
            <a:extLst>
              <a:ext uri="{FF2B5EF4-FFF2-40B4-BE49-F238E27FC236}">
                <a16:creationId xmlns:a16="http://schemas.microsoft.com/office/drawing/2014/main" id="{232442C6-8E8D-1039-40B0-8F85B154F515}"/>
              </a:ext>
            </a:extLst>
          </p:cNvPr>
          <p:cNvSpPr txBox="1">
            <a:spLocks/>
          </p:cNvSpPr>
          <p:nvPr/>
        </p:nvSpPr>
        <p:spPr>
          <a:xfrm>
            <a:off x="2922615" y="2665379"/>
            <a:ext cx="1512427" cy="861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b="1" dirty="0"/>
              <a:t>Model </a:t>
            </a:r>
            <a:r>
              <a:rPr lang="it-IT" b="1" dirty="0" err="1"/>
              <a:t>Implementation</a:t>
            </a:r>
            <a:endParaRPr lang="it-IT" dirty="0"/>
          </a:p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7E15026-3AB7-BB4C-7898-3E20B6F78ACE}"/>
              </a:ext>
            </a:extLst>
          </p:cNvPr>
          <p:cNvSpPr txBox="1"/>
          <p:nvPr/>
        </p:nvSpPr>
        <p:spPr>
          <a:xfrm>
            <a:off x="2913433" y="3214927"/>
            <a:ext cx="14531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Develop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Yolov5 and PDLPR models</a:t>
            </a:r>
          </a:p>
        </p:txBody>
      </p:sp>
      <p:sp>
        <p:nvSpPr>
          <p:cNvPr id="11" name="Google Shape;2125;p54">
            <a:extLst>
              <a:ext uri="{FF2B5EF4-FFF2-40B4-BE49-F238E27FC236}">
                <a16:creationId xmlns:a16="http://schemas.microsoft.com/office/drawing/2014/main" id="{9A5D159C-FAFD-C196-6F6B-890A94A8BD61}"/>
              </a:ext>
            </a:extLst>
          </p:cNvPr>
          <p:cNvSpPr txBox="1"/>
          <p:nvPr/>
        </p:nvSpPr>
        <p:spPr>
          <a:xfrm>
            <a:off x="4966691" y="2312641"/>
            <a:ext cx="429515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30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1671;p42">
            <a:extLst>
              <a:ext uri="{FF2B5EF4-FFF2-40B4-BE49-F238E27FC236}">
                <a16:creationId xmlns:a16="http://schemas.microsoft.com/office/drawing/2014/main" id="{5E22E160-9059-E7FC-C322-1436648C891C}"/>
              </a:ext>
            </a:extLst>
          </p:cNvPr>
          <p:cNvSpPr txBox="1">
            <a:spLocks/>
          </p:cNvSpPr>
          <p:nvPr/>
        </p:nvSpPr>
        <p:spPr>
          <a:xfrm>
            <a:off x="4993844" y="2703773"/>
            <a:ext cx="1512427" cy="861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b="1" dirty="0"/>
              <a:t>Testing &amp; Evaluation</a:t>
            </a:r>
            <a:endParaRPr lang="it-IT" dirty="0"/>
          </a:p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15761F-26CB-E88C-33B8-48F53324F0AB}"/>
              </a:ext>
            </a:extLst>
          </p:cNvPr>
          <p:cNvSpPr txBox="1"/>
          <p:nvPr/>
        </p:nvSpPr>
        <p:spPr>
          <a:xfrm>
            <a:off x="4993844" y="3250819"/>
            <a:ext cx="1453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Benchmark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all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models</a:t>
            </a:r>
          </a:p>
        </p:txBody>
      </p:sp>
      <p:sp>
        <p:nvSpPr>
          <p:cNvPr id="14" name="Google Shape;2125;p54">
            <a:extLst>
              <a:ext uri="{FF2B5EF4-FFF2-40B4-BE49-F238E27FC236}">
                <a16:creationId xmlns:a16="http://schemas.microsoft.com/office/drawing/2014/main" id="{68DBE52C-EA62-FC94-F218-7E6B20009090}"/>
              </a:ext>
            </a:extLst>
          </p:cNvPr>
          <p:cNvSpPr txBox="1"/>
          <p:nvPr/>
        </p:nvSpPr>
        <p:spPr>
          <a:xfrm>
            <a:off x="6533424" y="2281565"/>
            <a:ext cx="7224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30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" name="Google Shape;1671;p42">
            <a:extLst>
              <a:ext uri="{FF2B5EF4-FFF2-40B4-BE49-F238E27FC236}">
                <a16:creationId xmlns:a16="http://schemas.microsoft.com/office/drawing/2014/main" id="{17494CB4-3297-8221-9C54-DCE2BACA68BB}"/>
              </a:ext>
            </a:extLst>
          </p:cNvPr>
          <p:cNvSpPr txBox="1">
            <a:spLocks/>
          </p:cNvSpPr>
          <p:nvPr/>
        </p:nvSpPr>
        <p:spPr>
          <a:xfrm>
            <a:off x="6837545" y="2660426"/>
            <a:ext cx="1512427" cy="861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b="1" dirty="0"/>
              <a:t>Performance </a:t>
            </a:r>
            <a:r>
              <a:rPr lang="it-IT" b="1" dirty="0" err="1"/>
              <a:t>Comparison</a:t>
            </a:r>
            <a:endParaRPr lang="it-IT" dirty="0"/>
          </a:p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07B4D30-0621-2BEE-5CB2-CA1B3DF39C74}"/>
              </a:ext>
            </a:extLst>
          </p:cNvPr>
          <p:cNvSpPr txBox="1"/>
          <p:nvPr/>
        </p:nvSpPr>
        <p:spPr>
          <a:xfrm>
            <a:off x="6837545" y="3206921"/>
            <a:ext cx="18752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Compare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results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document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findings</a:t>
            </a:r>
            <a:endParaRPr lang="it-IT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A019A74C-E582-58C0-9623-EBB8FBFCE08E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ttangolo con angoli arrotondati 40">
            <a:extLst>
              <a:ext uri="{FF2B5EF4-FFF2-40B4-BE49-F238E27FC236}">
                <a16:creationId xmlns:a16="http://schemas.microsoft.com/office/drawing/2014/main" id="{33038F74-93E9-8909-09A8-AE81B91543C2}"/>
              </a:ext>
            </a:extLst>
          </p:cNvPr>
          <p:cNvSpPr/>
          <p:nvPr/>
        </p:nvSpPr>
        <p:spPr>
          <a:xfrm>
            <a:off x="6442364" y="202623"/>
            <a:ext cx="1982343" cy="4317422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34" name="Google Shape;1634;p41"/>
          <p:cNvSpPr txBox="1">
            <a:spLocks noGrp="1"/>
          </p:cNvSpPr>
          <p:nvPr>
            <p:ph type="title"/>
          </p:nvPr>
        </p:nvSpPr>
        <p:spPr>
          <a:xfrm>
            <a:off x="486205" y="382518"/>
            <a:ext cx="4085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Yolov5-PDLPR Architecture Overview</a:t>
            </a:r>
            <a:endParaRPr sz="2400" dirty="0"/>
          </a:p>
        </p:txBody>
      </p:sp>
      <p:pic>
        <p:nvPicPr>
          <p:cNvPr id="17" name="Immagine 16" descr="Immagine che contiene testo, segnaletica, Carattere, cartello&#10;&#10;Il contenuto generato dall'IA potrebbe non essere corretto.">
            <a:extLst>
              <a:ext uri="{FF2B5EF4-FFF2-40B4-BE49-F238E27FC236}">
                <a16:creationId xmlns:a16="http://schemas.microsoft.com/office/drawing/2014/main" id="{467A5D44-148E-3A91-4B9C-ACDA32A11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5485" y="1371308"/>
            <a:ext cx="1781175" cy="542925"/>
          </a:xfrm>
          <a:prstGeom prst="rect">
            <a:avLst/>
          </a:prstGeom>
        </p:spPr>
      </p:pic>
      <p:pic>
        <p:nvPicPr>
          <p:cNvPr id="1034" name="Picture 10" descr="Immagine che contiene testo, Targa di veicolo, veicolo, Veicolo terrestre&#10;&#10;Il contenuto generato dall'IA potrebbe non essere corretto.">
            <a:extLst>
              <a:ext uri="{FF2B5EF4-FFF2-40B4-BE49-F238E27FC236}">
                <a16:creationId xmlns:a16="http://schemas.microsoft.com/office/drawing/2014/main" id="{0D3494EE-E554-0A9C-184E-F85501191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112" y="1418359"/>
            <a:ext cx="1831635" cy="295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ttangolo 22">
            <a:extLst>
              <a:ext uri="{FF2B5EF4-FFF2-40B4-BE49-F238E27FC236}">
                <a16:creationId xmlns:a16="http://schemas.microsoft.com/office/drawing/2014/main" id="{6C6B4A42-8EDA-588F-ADD7-101E70028C78}"/>
              </a:ext>
            </a:extLst>
          </p:cNvPr>
          <p:cNvSpPr/>
          <p:nvPr/>
        </p:nvSpPr>
        <p:spPr>
          <a:xfrm>
            <a:off x="3226376" y="2267816"/>
            <a:ext cx="1831635" cy="125210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Google Shape;1671;p42">
            <a:extLst>
              <a:ext uri="{FF2B5EF4-FFF2-40B4-BE49-F238E27FC236}">
                <a16:creationId xmlns:a16="http://schemas.microsoft.com/office/drawing/2014/main" id="{A309455F-7ED4-8163-40F4-0E030E832D7D}"/>
              </a:ext>
            </a:extLst>
          </p:cNvPr>
          <p:cNvSpPr txBox="1">
            <a:spLocks/>
          </p:cNvSpPr>
          <p:nvPr/>
        </p:nvSpPr>
        <p:spPr>
          <a:xfrm>
            <a:off x="3151023" y="2844285"/>
            <a:ext cx="1982343" cy="5863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Object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Detection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: </a:t>
            </a:r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Yolov5</a:t>
            </a:r>
          </a:p>
          <a:p>
            <a:endParaRPr lang="it-IT" dirty="0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0171C1C6-5FB4-54CB-35D9-421D9C620EAC}"/>
              </a:ext>
            </a:extLst>
          </p:cNvPr>
          <p:cNvSpPr/>
          <p:nvPr/>
        </p:nvSpPr>
        <p:spPr>
          <a:xfrm>
            <a:off x="6779255" y="533640"/>
            <a:ext cx="1351631" cy="8847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IGFE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629C4E17-C572-4C02-1E0B-332D7D12776C}"/>
              </a:ext>
            </a:extLst>
          </p:cNvPr>
          <p:cNvSpPr/>
          <p:nvPr/>
        </p:nvSpPr>
        <p:spPr>
          <a:xfrm>
            <a:off x="6779255" y="1709373"/>
            <a:ext cx="1351631" cy="8847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Encoder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8485D285-5F64-C17C-F0CB-394911C84DED}"/>
              </a:ext>
            </a:extLst>
          </p:cNvPr>
          <p:cNvSpPr/>
          <p:nvPr/>
        </p:nvSpPr>
        <p:spPr>
          <a:xfrm>
            <a:off x="6779254" y="2885106"/>
            <a:ext cx="1351631" cy="8847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Parallel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Decoder</a:t>
            </a:r>
          </a:p>
        </p:txBody>
      </p: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15E4E7E4-47CF-F2D0-E9C9-DEE21C664341}"/>
              </a:ext>
            </a:extLst>
          </p:cNvPr>
          <p:cNvCxnSpPr>
            <a:stCxn id="31" idx="2"/>
            <a:endCxn id="32" idx="0"/>
          </p:cNvCxnSpPr>
          <p:nvPr/>
        </p:nvCxnSpPr>
        <p:spPr>
          <a:xfrm>
            <a:off x="7455071" y="1418359"/>
            <a:ext cx="0" cy="2910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ADC26320-DE2A-8CDF-EF3B-6E1E82C46623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7455070" y="2594092"/>
            <a:ext cx="1" cy="2910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ttore 2 38">
            <a:extLst>
              <a:ext uri="{FF2B5EF4-FFF2-40B4-BE49-F238E27FC236}">
                <a16:creationId xmlns:a16="http://schemas.microsoft.com/office/drawing/2014/main" id="{B417B628-80B2-CDAB-8DC4-F998498654A2}"/>
              </a:ext>
            </a:extLst>
          </p:cNvPr>
          <p:cNvCxnSpPr>
            <a:stCxn id="33" idx="2"/>
          </p:cNvCxnSpPr>
          <p:nvPr/>
        </p:nvCxnSpPr>
        <p:spPr>
          <a:xfrm flipH="1">
            <a:off x="7455069" y="3769825"/>
            <a:ext cx="1" cy="282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1D63009-977D-8B9C-9108-08E5D763F5EF}"/>
              </a:ext>
            </a:extLst>
          </p:cNvPr>
          <p:cNvSpPr txBox="1"/>
          <p:nvPr/>
        </p:nvSpPr>
        <p:spPr>
          <a:xfrm>
            <a:off x="6877967" y="4114801"/>
            <a:ext cx="1154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it-IT" b="1" dirty="0"/>
              <a:t> 皖</a:t>
            </a:r>
            <a:r>
              <a:rPr lang="it-IT" b="1" dirty="0"/>
              <a:t>AR0011</a:t>
            </a:r>
            <a:endParaRPr lang="it-IT" dirty="0"/>
          </a:p>
          <a:p>
            <a:br>
              <a:rPr lang="it-IT" dirty="0"/>
            </a:br>
            <a:endParaRPr lang="it-IT" dirty="0"/>
          </a:p>
        </p:txBody>
      </p:sp>
      <p:cxnSp>
        <p:nvCxnSpPr>
          <p:cNvPr id="43" name="Connettore 2 42">
            <a:extLst>
              <a:ext uri="{FF2B5EF4-FFF2-40B4-BE49-F238E27FC236}">
                <a16:creationId xmlns:a16="http://schemas.microsoft.com/office/drawing/2014/main" id="{1885ED0D-2579-5599-E41D-42029CB1272F}"/>
              </a:ext>
            </a:extLst>
          </p:cNvPr>
          <p:cNvCxnSpPr>
            <a:stCxn id="1034" idx="3"/>
            <a:endCxn id="23" idx="1"/>
          </p:cNvCxnSpPr>
          <p:nvPr/>
        </p:nvCxnSpPr>
        <p:spPr>
          <a:xfrm>
            <a:off x="2364747" y="2893868"/>
            <a:ext cx="8616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B1F1D18E-F202-5E59-C0AD-6D7CFB1602E4}"/>
              </a:ext>
            </a:extLst>
          </p:cNvPr>
          <p:cNvCxnSpPr>
            <a:stCxn id="23" idx="3"/>
            <a:endCxn id="31" idx="1"/>
          </p:cNvCxnSpPr>
          <p:nvPr/>
        </p:nvCxnSpPr>
        <p:spPr>
          <a:xfrm flipV="1">
            <a:off x="5058011" y="976000"/>
            <a:ext cx="1721244" cy="19178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185DA6A4-FFE1-55D3-6244-1705A948F224}"/>
              </a:ext>
            </a:extLst>
          </p:cNvPr>
          <p:cNvSpPr txBox="1"/>
          <p:nvPr/>
        </p:nvSpPr>
        <p:spPr>
          <a:xfrm>
            <a:off x="5646366" y="3769825"/>
            <a:ext cx="1154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ja-JP" b="1" dirty="0">
                <a:solidFill>
                  <a:srgbClr val="8208D5"/>
                </a:solidFill>
              </a:rPr>
              <a:t>PDLPR</a:t>
            </a:r>
            <a:endParaRPr lang="it-IT" dirty="0">
              <a:solidFill>
                <a:srgbClr val="8208D5"/>
              </a:solidFill>
            </a:endParaRPr>
          </a:p>
          <a:p>
            <a:br>
              <a:rPr lang="it-IT" dirty="0"/>
            </a:br>
            <a:endParaRPr lang="it-IT" dirty="0"/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27482F1F-C8E2-AA46-2981-9AED53F99C91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How PDLPR works </a:t>
            </a:r>
            <a:endParaRPr lang="it-IT" dirty="0"/>
          </a:p>
        </p:txBody>
      </p:sp>
      <p:pic>
        <p:nvPicPr>
          <p:cNvPr id="15" name="Immagine 14" descr="Immagine che contiene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9F030AE7-6795-FF30-642F-3D72E87BA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13" y="1322914"/>
            <a:ext cx="2675936" cy="2855943"/>
          </a:xfrm>
          <a:prstGeom prst="rect">
            <a:avLst/>
          </a:prstGeom>
        </p:spPr>
      </p:pic>
      <p:pic>
        <p:nvPicPr>
          <p:cNvPr id="17" name="Immagine 16" descr="Immagine che contiene testo, schermat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E543E1B1-6C70-9BEE-0214-045989581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852" y="1938113"/>
            <a:ext cx="1518964" cy="1401518"/>
          </a:xfrm>
          <a:prstGeom prst="rect">
            <a:avLst/>
          </a:prstGeom>
        </p:spPr>
      </p:pic>
      <p:pic>
        <p:nvPicPr>
          <p:cNvPr id="19" name="Immagine 18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06FFEAF-FD8F-EF85-6FA2-A4512A456A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8920" y="1168559"/>
            <a:ext cx="1958227" cy="2940627"/>
          </a:xfrm>
          <a:prstGeom prst="rect">
            <a:avLst/>
          </a:prstGeom>
        </p:spPr>
      </p:pic>
      <p:sp>
        <p:nvSpPr>
          <p:cNvPr id="27" name="Freccia a destra 26">
            <a:extLst>
              <a:ext uri="{FF2B5EF4-FFF2-40B4-BE49-F238E27FC236}">
                <a16:creationId xmlns:a16="http://schemas.microsoft.com/office/drawing/2014/main" id="{F941C4E8-505E-ECCF-3BFA-C6551BEA1D7C}"/>
              </a:ext>
            </a:extLst>
          </p:cNvPr>
          <p:cNvSpPr/>
          <p:nvPr/>
        </p:nvSpPr>
        <p:spPr>
          <a:xfrm>
            <a:off x="3336053" y="2571750"/>
            <a:ext cx="366765" cy="221692"/>
          </a:xfrm>
          <a:prstGeom prst="rightArrow">
            <a:avLst/>
          </a:prstGeom>
          <a:solidFill>
            <a:srgbClr val="EEC14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Freccia a destra 27">
            <a:extLst>
              <a:ext uri="{FF2B5EF4-FFF2-40B4-BE49-F238E27FC236}">
                <a16:creationId xmlns:a16="http://schemas.microsoft.com/office/drawing/2014/main" id="{5848A942-1D92-0799-4BF2-7B1B1655B430}"/>
              </a:ext>
            </a:extLst>
          </p:cNvPr>
          <p:cNvSpPr/>
          <p:nvPr/>
        </p:nvSpPr>
        <p:spPr>
          <a:xfrm>
            <a:off x="5591850" y="2571750"/>
            <a:ext cx="366765" cy="221692"/>
          </a:xfrm>
          <a:prstGeom prst="rightArrow">
            <a:avLst/>
          </a:prstGeom>
          <a:solidFill>
            <a:srgbClr val="EEC14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B84D7962-A393-B67D-EDCC-D8DA5E1A0E68}"/>
              </a:ext>
            </a:extLst>
          </p:cNvPr>
          <p:cNvSpPr txBox="1"/>
          <p:nvPr/>
        </p:nvSpPr>
        <p:spPr>
          <a:xfrm>
            <a:off x="1400516" y="4178857"/>
            <a:ext cx="7745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ja-JP" b="1" dirty="0">
                <a:solidFill>
                  <a:srgbClr val="0C0A9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IGFE</a:t>
            </a:r>
            <a:endParaRPr lang="it-IT" dirty="0">
              <a:solidFill>
                <a:srgbClr val="0C0A9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br>
              <a:rPr lang="it-IT" dirty="0"/>
            </a:br>
            <a:endParaRPr lang="it-IT" dirty="0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60AD7D2-D3CE-F2C7-A989-9EF34B53E017}"/>
              </a:ext>
            </a:extLst>
          </p:cNvPr>
          <p:cNvSpPr txBox="1"/>
          <p:nvPr/>
        </p:nvSpPr>
        <p:spPr>
          <a:xfrm>
            <a:off x="6705501" y="4109186"/>
            <a:ext cx="119752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ja-JP" b="1" dirty="0">
                <a:solidFill>
                  <a:srgbClr val="0C0A9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Decoder</a:t>
            </a:r>
            <a:endParaRPr lang="it-IT" dirty="0">
              <a:solidFill>
                <a:srgbClr val="0C0A9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br>
              <a:rPr lang="it-IT" dirty="0"/>
            </a:br>
            <a:endParaRPr lang="it-IT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DE0A086-10F5-15D7-CDD3-AF4639889A5D}"/>
              </a:ext>
            </a:extLst>
          </p:cNvPr>
          <p:cNvSpPr txBox="1"/>
          <p:nvPr/>
        </p:nvSpPr>
        <p:spPr>
          <a:xfrm>
            <a:off x="4207712" y="3339631"/>
            <a:ext cx="1199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ja-JP" b="1" dirty="0">
                <a:solidFill>
                  <a:srgbClr val="0C0A9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Encoder</a:t>
            </a:r>
            <a:endParaRPr lang="it-IT" dirty="0">
              <a:solidFill>
                <a:srgbClr val="0C0A9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br>
              <a:rPr lang="it-IT" dirty="0"/>
            </a:b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EF23D37E-451B-52BC-5068-344929BD49F9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4" name="Google Shape;1734;p43"/>
          <p:cNvSpPr txBox="1">
            <a:spLocks noGrp="1"/>
          </p:cNvSpPr>
          <p:nvPr>
            <p:ph type="title"/>
          </p:nvPr>
        </p:nvSpPr>
        <p:spPr>
          <a:xfrm>
            <a:off x="403477" y="183768"/>
            <a:ext cx="416852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ResNet18 Architecture Overview</a:t>
            </a:r>
            <a:endParaRPr sz="2400" dirty="0"/>
          </a:p>
        </p:txBody>
      </p:sp>
      <p:pic>
        <p:nvPicPr>
          <p:cNvPr id="20" name="Immagine 19" descr="Immagine che contiene testo, segnaletica, Carattere, cartello&#10;&#10;Il contenuto generato dall'IA potrebbe non essere corretto.">
            <a:extLst>
              <a:ext uri="{FF2B5EF4-FFF2-40B4-BE49-F238E27FC236}">
                <a16:creationId xmlns:a16="http://schemas.microsoft.com/office/drawing/2014/main" id="{1F35FBBB-5A20-F889-9E51-0D0D944B6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483" y="1807550"/>
            <a:ext cx="1781175" cy="542925"/>
          </a:xfrm>
          <a:prstGeom prst="rect">
            <a:avLst/>
          </a:prstGeom>
        </p:spPr>
      </p:pic>
      <p:pic>
        <p:nvPicPr>
          <p:cNvPr id="21" name="Picture 10" descr="Immagine che contiene testo, Targa di veicolo, veicolo, Veicolo terrestre&#10;&#10;Il contenuto generato dall'IA potrebbe non essere corretto.">
            <a:extLst>
              <a:ext uri="{FF2B5EF4-FFF2-40B4-BE49-F238E27FC236}">
                <a16:creationId xmlns:a16="http://schemas.microsoft.com/office/drawing/2014/main" id="{38C4CB53-38EF-6986-7261-FEAC3C7B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522" y="1664074"/>
            <a:ext cx="1295238" cy="2086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ttangolo 21">
            <a:extLst>
              <a:ext uri="{FF2B5EF4-FFF2-40B4-BE49-F238E27FC236}">
                <a16:creationId xmlns:a16="http://schemas.microsoft.com/office/drawing/2014/main" id="{42312779-EB00-C2B9-9F86-776AE77E9F40}"/>
              </a:ext>
            </a:extLst>
          </p:cNvPr>
          <p:cNvSpPr/>
          <p:nvPr/>
        </p:nvSpPr>
        <p:spPr>
          <a:xfrm>
            <a:off x="3264349" y="1937569"/>
            <a:ext cx="1831635" cy="125210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Google Shape;1671;p42">
            <a:extLst>
              <a:ext uri="{FF2B5EF4-FFF2-40B4-BE49-F238E27FC236}">
                <a16:creationId xmlns:a16="http://schemas.microsoft.com/office/drawing/2014/main" id="{1B614446-E104-E22B-6445-6F23582B2678}"/>
              </a:ext>
            </a:extLst>
          </p:cNvPr>
          <p:cNvSpPr txBox="1">
            <a:spLocks/>
          </p:cNvSpPr>
          <p:nvPr/>
        </p:nvSpPr>
        <p:spPr>
          <a:xfrm>
            <a:off x="3188995" y="2732994"/>
            <a:ext cx="1982343" cy="58634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Same </a:t>
            </a:r>
            <a:r>
              <a:rPr lang="it-IT" dirty="0" err="1">
                <a:latin typeface="Poppins" panose="00000500000000000000" pitchFamily="2" charset="0"/>
                <a:cs typeface="Poppins" panose="00000500000000000000" pitchFamily="2" charset="0"/>
              </a:rPr>
              <a:t>Convolutional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Architecture:</a:t>
            </a:r>
            <a:b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ResNet18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</a:p>
          <a:p>
            <a:endParaRPr lang="it-IT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3088199D-FF40-E870-B8E9-B0D92C65AD71}"/>
              </a:ext>
            </a:extLst>
          </p:cNvPr>
          <p:cNvSpPr/>
          <p:nvPr/>
        </p:nvSpPr>
        <p:spPr>
          <a:xfrm>
            <a:off x="6779255" y="533640"/>
            <a:ext cx="1351631" cy="8847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>
                <a:latin typeface="Poppins" panose="00000500000000000000" pitchFamily="2" charset="0"/>
                <a:cs typeface="Poppins" panose="00000500000000000000" pitchFamily="2" charset="0"/>
              </a:rPr>
              <a:t>Bounding</a:t>
            </a:r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 Box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part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BA77C74F-770E-3670-FD37-56B3D9A0DDE7}"/>
              </a:ext>
            </a:extLst>
          </p:cNvPr>
          <p:cNvSpPr/>
          <p:nvPr/>
        </p:nvSpPr>
        <p:spPr>
          <a:xfrm>
            <a:off x="6779255" y="2866163"/>
            <a:ext cx="1351631" cy="8847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OCR</a:t>
            </a:r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 linear part</a:t>
            </a:r>
          </a:p>
        </p:txBody>
      </p: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7026DBB0-3932-59DF-6A34-AD4F13B3A12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7455071" y="1418359"/>
            <a:ext cx="0" cy="370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95944C97-EC12-50A2-AA22-1408F2209D6E}"/>
              </a:ext>
            </a:extLst>
          </p:cNvPr>
          <p:cNvCxnSpPr>
            <a:cxnSpLocks/>
          </p:cNvCxnSpPr>
          <p:nvPr/>
        </p:nvCxnSpPr>
        <p:spPr>
          <a:xfrm flipH="1">
            <a:off x="7455069" y="3769825"/>
            <a:ext cx="1" cy="282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4AF25FDC-F557-3E5B-08C6-2713FEAB3D28}"/>
              </a:ext>
            </a:extLst>
          </p:cNvPr>
          <p:cNvSpPr txBox="1"/>
          <p:nvPr/>
        </p:nvSpPr>
        <p:spPr>
          <a:xfrm>
            <a:off x="6877967" y="4114801"/>
            <a:ext cx="1154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it-IT" b="1" dirty="0"/>
              <a:t> 皖</a:t>
            </a:r>
            <a:r>
              <a:rPr lang="it-IT" b="1" dirty="0"/>
              <a:t>AR0011</a:t>
            </a:r>
            <a:endParaRPr lang="it-IT" dirty="0"/>
          </a:p>
          <a:p>
            <a:br>
              <a:rPr lang="it-IT" dirty="0"/>
            </a:br>
            <a:endParaRPr lang="it-IT" dirty="0"/>
          </a:p>
        </p:txBody>
      </p: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7443DAFC-59B5-1EDC-EC6F-A3CD9E9037A4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2373761" y="2563621"/>
            <a:ext cx="8905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a gomito 31">
            <a:extLst>
              <a:ext uri="{FF2B5EF4-FFF2-40B4-BE49-F238E27FC236}">
                <a16:creationId xmlns:a16="http://schemas.microsoft.com/office/drawing/2014/main" id="{1F09F92E-F21A-FE74-EF6F-B3AE29DB1D84}"/>
              </a:ext>
            </a:extLst>
          </p:cNvPr>
          <p:cNvCxnSpPr>
            <a:stCxn id="22" idx="3"/>
            <a:endCxn id="24" idx="1"/>
          </p:cNvCxnSpPr>
          <p:nvPr/>
        </p:nvCxnSpPr>
        <p:spPr>
          <a:xfrm flipV="1">
            <a:off x="5095984" y="976000"/>
            <a:ext cx="1683271" cy="15876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ttore a gomito 38">
            <a:extLst>
              <a:ext uri="{FF2B5EF4-FFF2-40B4-BE49-F238E27FC236}">
                <a16:creationId xmlns:a16="http://schemas.microsoft.com/office/drawing/2014/main" id="{B4F73D3E-3D5D-46E4-EFEC-A230DC6A808E}"/>
              </a:ext>
            </a:extLst>
          </p:cNvPr>
          <p:cNvCxnSpPr>
            <a:cxnSpLocks/>
            <a:stCxn id="22" idx="3"/>
            <a:endCxn id="25" idx="1"/>
          </p:cNvCxnSpPr>
          <p:nvPr/>
        </p:nvCxnSpPr>
        <p:spPr>
          <a:xfrm>
            <a:off x="5095984" y="2563621"/>
            <a:ext cx="1683271" cy="7449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4C18B4DD-54D5-FE7E-EDE7-5817D169AFD0}"/>
              </a:ext>
            </a:extLst>
          </p:cNvPr>
          <p:cNvCxnSpPr>
            <a:cxnSpLocks/>
            <a:stCxn id="20" idx="2"/>
            <a:endCxn id="25" idx="0"/>
          </p:cNvCxnSpPr>
          <p:nvPr/>
        </p:nvCxnSpPr>
        <p:spPr>
          <a:xfrm>
            <a:off x="7455071" y="2350475"/>
            <a:ext cx="0" cy="515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1" name="Google Shape;2125;p54">
            <a:extLst>
              <a:ext uri="{FF2B5EF4-FFF2-40B4-BE49-F238E27FC236}">
                <a16:creationId xmlns:a16="http://schemas.microsoft.com/office/drawing/2014/main" id="{774D7A36-44E8-028E-C832-71899571CBDB}"/>
              </a:ext>
            </a:extLst>
          </p:cNvPr>
          <p:cNvSpPr txBox="1"/>
          <p:nvPr/>
        </p:nvSpPr>
        <p:spPr>
          <a:xfrm>
            <a:off x="5210712" y="756468"/>
            <a:ext cx="7224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6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41" name="Google Shape;2125;p54">
            <a:extLst>
              <a:ext uri="{FF2B5EF4-FFF2-40B4-BE49-F238E27FC236}">
                <a16:creationId xmlns:a16="http://schemas.microsoft.com/office/drawing/2014/main" id="{03F8C205-14D2-A9E7-C4F8-F3F472EFAFD5}"/>
              </a:ext>
            </a:extLst>
          </p:cNvPr>
          <p:cNvSpPr txBox="1"/>
          <p:nvPr/>
        </p:nvSpPr>
        <p:spPr>
          <a:xfrm>
            <a:off x="5210712" y="2948580"/>
            <a:ext cx="7224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600" b="1" dirty="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42" name="CasellaDiTesto 1741">
            <a:extLst>
              <a:ext uri="{FF2B5EF4-FFF2-40B4-BE49-F238E27FC236}">
                <a16:creationId xmlns:a16="http://schemas.microsoft.com/office/drawing/2014/main" id="{68DADE15-201F-265C-1CD2-31AADA88659B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3A15604-5C0C-3126-6471-F13D2BD242E3}"/>
              </a:ext>
            </a:extLst>
          </p:cNvPr>
          <p:cNvSpPr/>
          <p:nvPr/>
        </p:nvSpPr>
        <p:spPr>
          <a:xfrm>
            <a:off x="576263" y="574666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48F9538D-187A-9D2A-8D6D-AB514E3CC9E5}"/>
              </a:ext>
            </a:extLst>
          </p:cNvPr>
          <p:cNvSpPr/>
          <p:nvPr/>
        </p:nvSpPr>
        <p:spPr>
          <a:xfrm>
            <a:off x="679845" y="1585493"/>
            <a:ext cx="1088232" cy="4429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Dropout 0.4</a:t>
            </a: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6DEA118-63C5-AA23-F5CC-C88F7F4F6B42}"/>
              </a:ext>
            </a:extLst>
          </p:cNvPr>
          <p:cNvSpPr/>
          <p:nvPr/>
        </p:nvSpPr>
        <p:spPr>
          <a:xfrm>
            <a:off x="576263" y="2333127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sp>
        <p:nvSpPr>
          <p:cNvPr id="16" name="Rettangolo con angoli arrotondati 15">
            <a:extLst>
              <a:ext uri="{FF2B5EF4-FFF2-40B4-BE49-F238E27FC236}">
                <a16:creationId xmlns:a16="http://schemas.microsoft.com/office/drawing/2014/main" id="{E125DE0F-58D3-9764-574E-6B2A29750AB3}"/>
              </a:ext>
            </a:extLst>
          </p:cNvPr>
          <p:cNvSpPr/>
          <p:nvPr/>
        </p:nvSpPr>
        <p:spPr>
          <a:xfrm>
            <a:off x="576263" y="4095095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cxnSp>
        <p:nvCxnSpPr>
          <p:cNvPr id="28" name="Connettore curvo 27">
            <a:extLst>
              <a:ext uri="{FF2B5EF4-FFF2-40B4-BE49-F238E27FC236}">
                <a16:creationId xmlns:a16="http://schemas.microsoft.com/office/drawing/2014/main" id="{3FD6B7CA-AF13-B717-3E84-3A4842DFB2EB}"/>
              </a:ext>
            </a:extLst>
          </p:cNvPr>
          <p:cNvCxnSpPr>
            <a:cxnSpLocks/>
            <a:stCxn id="16" idx="3"/>
            <a:endCxn id="29" idx="1"/>
          </p:cNvCxnSpPr>
          <p:nvPr/>
        </p:nvCxnSpPr>
        <p:spPr>
          <a:xfrm flipV="1">
            <a:off x="1871663" y="3267299"/>
            <a:ext cx="773353" cy="1182602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EA3C2AE-FD9E-4643-C00C-1B42B475A34D}"/>
              </a:ext>
            </a:extLst>
          </p:cNvPr>
          <p:cNvSpPr txBox="1"/>
          <p:nvPr/>
        </p:nvSpPr>
        <p:spPr>
          <a:xfrm>
            <a:off x="2645016" y="3113410"/>
            <a:ext cx="8892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7 heads</a:t>
            </a:r>
          </a:p>
        </p:txBody>
      </p: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FBB4CF54-62C1-9688-087C-C95AFE2E0374}"/>
              </a:ext>
            </a:extLst>
          </p:cNvPr>
          <p:cNvSpPr/>
          <p:nvPr/>
        </p:nvSpPr>
        <p:spPr>
          <a:xfrm>
            <a:off x="3880963" y="1709755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58B5BFBC-E5F5-D4B0-CCBC-59D148F3F782}"/>
              </a:ext>
            </a:extLst>
          </p:cNvPr>
          <p:cNvSpPr/>
          <p:nvPr/>
        </p:nvSpPr>
        <p:spPr>
          <a:xfrm>
            <a:off x="5457876" y="1843104"/>
            <a:ext cx="1109164" cy="4429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Dropout 0.2</a:t>
            </a:r>
          </a:p>
        </p:txBody>
      </p:sp>
      <p:sp>
        <p:nvSpPr>
          <p:cNvPr id="34" name="Rettangolo con angoli arrotondati 33">
            <a:extLst>
              <a:ext uri="{FF2B5EF4-FFF2-40B4-BE49-F238E27FC236}">
                <a16:creationId xmlns:a16="http://schemas.microsoft.com/office/drawing/2014/main" id="{88112A41-2D8D-1081-E3CA-7C6153EE42FD}"/>
              </a:ext>
            </a:extLst>
          </p:cNvPr>
          <p:cNvSpPr/>
          <p:nvPr/>
        </p:nvSpPr>
        <p:spPr>
          <a:xfrm>
            <a:off x="6892120" y="1709755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cxnSp>
        <p:nvCxnSpPr>
          <p:cNvPr id="40" name="Connettore curvo 39">
            <a:extLst>
              <a:ext uri="{FF2B5EF4-FFF2-40B4-BE49-F238E27FC236}">
                <a16:creationId xmlns:a16="http://schemas.microsoft.com/office/drawing/2014/main" id="{E601817E-18E5-9C27-6040-ED9FCB0BC304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534295" y="2064561"/>
            <a:ext cx="346668" cy="120273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ttangolo con angoli arrotondati 57">
            <a:extLst>
              <a:ext uri="{FF2B5EF4-FFF2-40B4-BE49-F238E27FC236}">
                <a16:creationId xmlns:a16="http://schemas.microsoft.com/office/drawing/2014/main" id="{4513C790-E33A-43D0-F8DD-7B8C4F3F8793}"/>
              </a:ext>
            </a:extLst>
          </p:cNvPr>
          <p:cNvSpPr/>
          <p:nvPr/>
        </p:nvSpPr>
        <p:spPr>
          <a:xfrm>
            <a:off x="3880963" y="4087865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sp>
        <p:nvSpPr>
          <p:cNvPr id="60" name="Rettangolo con angoli arrotondati 59">
            <a:extLst>
              <a:ext uri="{FF2B5EF4-FFF2-40B4-BE49-F238E27FC236}">
                <a16:creationId xmlns:a16="http://schemas.microsoft.com/office/drawing/2014/main" id="{B6EB9C3C-F856-7490-0D04-58AE91967AC5}"/>
              </a:ext>
            </a:extLst>
          </p:cNvPr>
          <p:cNvSpPr/>
          <p:nvPr/>
        </p:nvSpPr>
        <p:spPr>
          <a:xfrm>
            <a:off x="6892120" y="4084359"/>
            <a:ext cx="1295400" cy="709612"/>
          </a:xfrm>
          <a:prstGeom prst="roundRect">
            <a:avLst/>
          </a:prstGeom>
          <a:solidFill>
            <a:schemeClr val="bg1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Linear + </a:t>
            </a:r>
          </a:p>
          <a:p>
            <a:pPr algn="ctr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Relu</a:t>
            </a:r>
          </a:p>
        </p:txBody>
      </p:sp>
      <p:cxnSp>
        <p:nvCxnSpPr>
          <p:cNvPr id="62" name="Connettore curvo 61">
            <a:extLst>
              <a:ext uri="{FF2B5EF4-FFF2-40B4-BE49-F238E27FC236}">
                <a16:creationId xmlns:a16="http://schemas.microsoft.com/office/drawing/2014/main" id="{2A555033-39C0-F201-BB17-43CE6A8D0F8A}"/>
              </a:ext>
            </a:extLst>
          </p:cNvPr>
          <p:cNvCxnSpPr>
            <a:stCxn id="29" idx="3"/>
            <a:endCxn id="58" idx="1"/>
          </p:cNvCxnSpPr>
          <p:nvPr/>
        </p:nvCxnSpPr>
        <p:spPr>
          <a:xfrm>
            <a:off x="3534295" y="3267299"/>
            <a:ext cx="346668" cy="117537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DEB04FDA-BF03-D7CE-1804-DD31476875A0}"/>
              </a:ext>
            </a:extLst>
          </p:cNvPr>
          <p:cNvSpPr txBox="1"/>
          <p:nvPr/>
        </p:nvSpPr>
        <p:spPr>
          <a:xfrm>
            <a:off x="4242703" y="2714667"/>
            <a:ext cx="47729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92DE8513-85A2-1EFE-B984-353BC48E579B}"/>
              </a:ext>
            </a:extLst>
          </p:cNvPr>
          <p:cNvSpPr txBox="1"/>
          <p:nvPr/>
        </p:nvSpPr>
        <p:spPr>
          <a:xfrm>
            <a:off x="5935979" y="2714666"/>
            <a:ext cx="32105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FA87691C-8B59-FCCC-15F5-01D665D8FE58}"/>
              </a:ext>
            </a:extLst>
          </p:cNvPr>
          <p:cNvSpPr txBox="1"/>
          <p:nvPr/>
        </p:nvSpPr>
        <p:spPr>
          <a:xfrm>
            <a:off x="7442736" y="2714666"/>
            <a:ext cx="47729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algn="l"/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  <p:sp>
        <p:nvSpPr>
          <p:cNvPr id="68" name="Rettangolo 67">
            <a:extLst>
              <a:ext uri="{FF2B5EF4-FFF2-40B4-BE49-F238E27FC236}">
                <a16:creationId xmlns:a16="http://schemas.microsoft.com/office/drawing/2014/main" id="{68F6EA1F-B412-8EE9-EE8D-14D8474AE615}"/>
              </a:ext>
            </a:extLst>
          </p:cNvPr>
          <p:cNvSpPr/>
          <p:nvPr/>
        </p:nvSpPr>
        <p:spPr>
          <a:xfrm>
            <a:off x="679845" y="3323799"/>
            <a:ext cx="1088232" cy="4429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Dropout 0.3</a:t>
            </a:r>
          </a:p>
        </p:txBody>
      </p:sp>
      <p:sp>
        <p:nvSpPr>
          <p:cNvPr id="69" name="Rettangolo 68">
            <a:extLst>
              <a:ext uri="{FF2B5EF4-FFF2-40B4-BE49-F238E27FC236}">
                <a16:creationId xmlns:a16="http://schemas.microsoft.com/office/drawing/2014/main" id="{ACB5A207-3A2C-B9AB-4E65-4C6D15776CEA}"/>
              </a:ext>
            </a:extLst>
          </p:cNvPr>
          <p:cNvSpPr/>
          <p:nvPr/>
        </p:nvSpPr>
        <p:spPr>
          <a:xfrm>
            <a:off x="5457876" y="4221214"/>
            <a:ext cx="1109164" cy="4429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Dropout 0.2</a:t>
            </a:r>
          </a:p>
        </p:txBody>
      </p: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00CB7BCF-9BF0-5B00-12C1-BCB6E473335B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 flipH="1">
            <a:off x="1223961" y="1284278"/>
            <a:ext cx="2" cy="301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ttore 2 72">
            <a:extLst>
              <a:ext uri="{FF2B5EF4-FFF2-40B4-BE49-F238E27FC236}">
                <a16:creationId xmlns:a16="http://schemas.microsoft.com/office/drawing/2014/main" id="{5217C58F-E27C-3B1D-A479-B88132C07062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1223961" y="2028406"/>
            <a:ext cx="2" cy="3047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ttore 2 74">
            <a:extLst>
              <a:ext uri="{FF2B5EF4-FFF2-40B4-BE49-F238E27FC236}">
                <a16:creationId xmlns:a16="http://schemas.microsoft.com/office/drawing/2014/main" id="{D2AD36FB-0EE5-AF74-253E-5C39393FA3A8}"/>
              </a:ext>
            </a:extLst>
          </p:cNvPr>
          <p:cNvCxnSpPr>
            <a:stCxn id="14" idx="2"/>
            <a:endCxn id="68" idx="0"/>
          </p:cNvCxnSpPr>
          <p:nvPr/>
        </p:nvCxnSpPr>
        <p:spPr>
          <a:xfrm flipH="1">
            <a:off x="1223961" y="3042739"/>
            <a:ext cx="2" cy="281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ttore 2 76">
            <a:extLst>
              <a:ext uri="{FF2B5EF4-FFF2-40B4-BE49-F238E27FC236}">
                <a16:creationId xmlns:a16="http://schemas.microsoft.com/office/drawing/2014/main" id="{7C86E6A8-77A9-3EF5-4698-EBDD93ABD279}"/>
              </a:ext>
            </a:extLst>
          </p:cNvPr>
          <p:cNvCxnSpPr>
            <a:stCxn id="68" idx="2"/>
            <a:endCxn id="16" idx="0"/>
          </p:cNvCxnSpPr>
          <p:nvPr/>
        </p:nvCxnSpPr>
        <p:spPr>
          <a:xfrm>
            <a:off x="1223961" y="3766712"/>
            <a:ext cx="2" cy="328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ttore 2 78">
            <a:extLst>
              <a:ext uri="{FF2B5EF4-FFF2-40B4-BE49-F238E27FC236}">
                <a16:creationId xmlns:a16="http://schemas.microsoft.com/office/drawing/2014/main" id="{E29BC673-6ACA-8B3B-CBA1-BB41CD687F7E}"/>
              </a:ext>
            </a:extLst>
          </p:cNvPr>
          <p:cNvCxnSpPr>
            <a:stCxn id="31" idx="3"/>
            <a:endCxn id="33" idx="1"/>
          </p:cNvCxnSpPr>
          <p:nvPr/>
        </p:nvCxnSpPr>
        <p:spPr>
          <a:xfrm>
            <a:off x="5176363" y="2064561"/>
            <a:ext cx="2815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>
            <a:extLst>
              <a:ext uri="{FF2B5EF4-FFF2-40B4-BE49-F238E27FC236}">
                <a16:creationId xmlns:a16="http://schemas.microsoft.com/office/drawing/2014/main" id="{5A9D74EC-BA59-1875-4AF3-871B238E856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6567040" y="2064561"/>
            <a:ext cx="325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ttore 2 82">
            <a:extLst>
              <a:ext uri="{FF2B5EF4-FFF2-40B4-BE49-F238E27FC236}">
                <a16:creationId xmlns:a16="http://schemas.microsoft.com/office/drawing/2014/main" id="{B893FD0C-0DB9-092D-1AEE-B06EAC7CC475}"/>
              </a:ext>
            </a:extLst>
          </p:cNvPr>
          <p:cNvCxnSpPr>
            <a:stCxn id="58" idx="3"/>
            <a:endCxn id="69" idx="1"/>
          </p:cNvCxnSpPr>
          <p:nvPr/>
        </p:nvCxnSpPr>
        <p:spPr>
          <a:xfrm>
            <a:off x="5176363" y="4442671"/>
            <a:ext cx="2815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ttore 2 87">
            <a:extLst>
              <a:ext uri="{FF2B5EF4-FFF2-40B4-BE49-F238E27FC236}">
                <a16:creationId xmlns:a16="http://schemas.microsoft.com/office/drawing/2014/main" id="{BF3B175B-6412-32E8-A435-ACEC6C9D8189}"/>
              </a:ext>
            </a:extLst>
          </p:cNvPr>
          <p:cNvCxnSpPr>
            <a:stCxn id="69" idx="3"/>
            <a:endCxn id="60" idx="1"/>
          </p:cNvCxnSpPr>
          <p:nvPr/>
        </p:nvCxnSpPr>
        <p:spPr>
          <a:xfrm flipV="1">
            <a:off x="6567040" y="4439165"/>
            <a:ext cx="325080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ttore 2 89">
            <a:extLst>
              <a:ext uri="{FF2B5EF4-FFF2-40B4-BE49-F238E27FC236}">
                <a16:creationId xmlns:a16="http://schemas.microsoft.com/office/drawing/2014/main" id="{6AFA387A-2253-293C-5194-BAAEDBC35703}"/>
              </a:ext>
            </a:extLst>
          </p:cNvPr>
          <p:cNvCxnSpPr>
            <a:endCxn id="11" idx="0"/>
          </p:cNvCxnSpPr>
          <p:nvPr/>
        </p:nvCxnSpPr>
        <p:spPr>
          <a:xfrm>
            <a:off x="1223961" y="190995"/>
            <a:ext cx="2" cy="383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CasellaDiTesto 91">
            <a:extLst>
              <a:ext uri="{FF2B5EF4-FFF2-40B4-BE49-F238E27FC236}">
                <a16:creationId xmlns:a16="http://schemas.microsoft.com/office/drawing/2014/main" id="{E25B6A2C-31FB-04D3-9B07-77F9C9C503BA}"/>
              </a:ext>
            </a:extLst>
          </p:cNvPr>
          <p:cNvSpPr txBox="1"/>
          <p:nvPr/>
        </p:nvSpPr>
        <p:spPr>
          <a:xfrm>
            <a:off x="1223967" y="238339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512</a:t>
            </a:r>
          </a:p>
        </p:txBody>
      </p:sp>
      <p:sp>
        <p:nvSpPr>
          <p:cNvPr id="94" name="CasellaDiTesto 93">
            <a:extLst>
              <a:ext uri="{FF2B5EF4-FFF2-40B4-BE49-F238E27FC236}">
                <a16:creationId xmlns:a16="http://schemas.microsoft.com/office/drawing/2014/main" id="{6D931182-1C96-5D24-A4ED-EA95201BB51B}"/>
              </a:ext>
            </a:extLst>
          </p:cNvPr>
          <p:cNvSpPr txBox="1"/>
          <p:nvPr/>
        </p:nvSpPr>
        <p:spPr>
          <a:xfrm>
            <a:off x="1223967" y="1299667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1024</a:t>
            </a:r>
          </a:p>
        </p:txBody>
      </p: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3C1DCABF-C8F1-83AF-EBDC-DFB90C698CA1}"/>
              </a:ext>
            </a:extLst>
          </p:cNvPr>
          <p:cNvSpPr txBox="1"/>
          <p:nvPr/>
        </p:nvSpPr>
        <p:spPr>
          <a:xfrm>
            <a:off x="1223967" y="2037233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1024</a:t>
            </a:r>
          </a:p>
        </p:txBody>
      </p:sp>
      <p:sp>
        <p:nvSpPr>
          <p:cNvPr id="96" name="CasellaDiTesto 95">
            <a:extLst>
              <a:ext uri="{FF2B5EF4-FFF2-40B4-BE49-F238E27FC236}">
                <a16:creationId xmlns:a16="http://schemas.microsoft.com/office/drawing/2014/main" id="{A234F24C-5944-164A-7CC5-B95BFBD439AC}"/>
              </a:ext>
            </a:extLst>
          </p:cNvPr>
          <p:cNvSpPr txBox="1"/>
          <p:nvPr/>
        </p:nvSpPr>
        <p:spPr>
          <a:xfrm>
            <a:off x="1223961" y="3047076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512</a:t>
            </a: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80D52673-687E-FC08-F99B-67B0F5A1C128}"/>
              </a:ext>
            </a:extLst>
          </p:cNvPr>
          <p:cNvSpPr txBox="1"/>
          <p:nvPr/>
        </p:nvSpPr>
        <p:spPr>
          <a:xfrm>
            <a:off x="1211802" y="3813759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512</a:t>
            </a:r>
          </a:p>
        </p:txBody>
      </p:sp>
      <p:sp>
        <p:nvSpPr>
          <p:cNvPr id="98" name="CasellaDiTesto 97">
            <a:extLst>
              <a:ext uri="{FF2B5EF4-FFF2-40B4-BE49-F238E27FC236}">
                <a16:creationId xmlns:a16="http://schemas.microsoft.com/office/drawing/2014/main" id="{95D5A1A0-52D5-49EE-E245-06D5073CBBDF}"/>
              </a:ext>
            </a:extLst>
          </p:cNvPr>
          <p:cNvSpPr txBox="1"/>
          <p:nvPr/>
        </p:nvSpPr>
        <p:spPr>
          <a:xfrm>
            <a:off x="3172555" y="2468524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256</a:t>
            </a:r>
          </a:p>
        </p:txBody>
      </p:sp>
      <p:sp>
        <p:nvSpPr>
          <p:cNvPr id="99" name="CasellaDiTesto 98">
            <a:extLst>
              <a:ext uri="{FF2B5EF4-FFF2-40B4-BE49-F238E27FC236}">
                <a16:creationId xmlns:a16="http://schemas.microsoft.com/office/drawing/2014/main" id="{0580671C-71EE-1DFF-C589-96A4F91AF282}"/>
              </a:ext>
            </a:extLst>
          </p:cNvPr>
          <p:cNvSpPr txBox="1"/>
          <p:nvPr/>
        </p:nvSpPr>
        <p:spPr>
          <a:xfrm>
            <a:off x="3195036" y="3942963"/>
            <a:ext cx="647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256</a:t>
            </a:r>
          </a:p>
        </p:txBody>
      </p:sp>
      <p:cxnSp>
        <p:nvCxnSpPr>
          <p:cNvPr id="102" name="Connettore 2 101">
            <a:extLst>
              <a:ext uri="{FF2B5EF4-FFF2-40B4-BE49-F238E27FC236}">
                <a16:creationId xmlns:a16="http://schemas.microsoft.com/office/drawing/2014/main" id="{5646D90A-955F-FDE8-623C-27F4034AE6E3}"/>
              </a:ext>
            </a:extLst>
          </p:cNvPr>
          <p:cNvCxnSpPr>
            <a:stCxn id="34" idx="3"/>
          </p:cNvCxnSpPr>
          <p:nvPr/>
        </p:nvCxnSpPr>
        <p:spPr>
          <a:xfrm>
            <a:off x="8187520" y="2064561"/>
            <a:ext cx="3133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ttore 2 103">
            <a:extLst>
              <a:ext uri="{FF2B5EF4-FFF2-40B4-BE49-F238E27FC236}">
                <a16:creationId xmlns:a16="http://schemas.microsoft.com/office/drawing/2014/main" id="{E6D9D598-962E-6EC1-BECE-210593C78B0C}"/>
              </a:ext>
            </a:extLst>
          </p:cNvPr>
          <p:cNvCxnSpPr>
            <a:stCxn id="60" idx="3"/>
          </p:cNvCxnSpPr>
          <p:nvPr/>
        </p:nvCxnSpPr>
        <p:spPr>
          <a:xfrm>
            <a:off x="8187520" y="4439165"/>
            <a:ext cx="3184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asellaDiTesto 104">
            <a:extLst>
              <a:ext uri="{FF2B5EF4-FFF2-40B4-BE49-F238E27FC236}">
                <a16:creationId xmlns:a16="http://schemas.microsoft.com/office/drawing/2014/main" id="{2DD97D63-7244-3FFA-188F-60D52793B4F1}"/>
              </a:ext>
            </a:extLst>
          </p:cNvPr>
          <p:cNvSpPr txBox="1"/>
          <p:nvPr/>
        </p:nvSpPr>
        <p:spPr>
          <a:xfrm>
            <a:off x="8496306" y="1926060"/>
            <a:ext cx="471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‘A’</a:t>
            </a:r>
          </a:p>
        </p:txBody>
      </p:sp>
      <p:sp>
        <p:nvSpPr>
          <p:cNvPr id="106" name="CasellaDiTesto 105">
            <a:extLst>
              <a:ext uri="{FF2B5EF4-FFF2-40B4-BE49-F238E27FC236}">
                <a16:creationId xmlns:a16="http://schemas.microsoft.com/office/drawing/2014/main" id="{B489F831-4538-D439-F3DA-7D53D6DCEDC7}"/>
              </a:ext>
            </a:extLst>
          </p:cNvPr>
          <p:cNvSpPr txBox="1"/>
          <p:nvPr/>
        </p:nvSpPr>
        <p:spPr>
          <a:xfrm>
            <a:off x="8496306" y="4300665"/>
            <a:ext cx="471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‘A’</a:t>
            </a:r>
          </a:p>
        </p:txBody>
      </p:sp>
      <p:sp>
        <p:nvSpPr>
          <p:cNvPr id="107" name="CasellaDiTesto 106">
            <a:extLst>
              <a:ext uri="{FF2B5EF4-FFF2-40B4-BE49-F238E27FC236}">
                <a16:creationId xmlns:a16="http://schemas.microsoft.com/office/drawing/2014/main" id="{6E5E1503-A86F-D6FC-61B7-5BD583F7F985}"/>
              </a:ext>
            </a:extLst>
          </p:cNvPr>
          <p:cNvSpPr txBox="1"/>
          <p:nvPr/>
        </p:nvSpPr>
        <p:spPr>
          <a:xfrm>
            <a:off x="1838785" y="714028"/>
            <a:ext cx="8892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200" i="1" dirty="0">
                <a:latin typeface="Poppins" panose="00000500000000000000" pitchFamily="2" charset="0"/>
                <a:cs typeface="Poppins" panose="00000500000000000000" pitchFamily="2" charset="0"/>
              </a:rPr>
              <a:t>Batch norm</a:t>
            </a:r>
          </a:p>
        </p:txBody>
      </p:sp>
      <p:sp>
        <p:nvSpPr>
          <p:cNvPr id="110" name="Google Shape;1745;p44">
            <a:extLst>
              <a:ext uri="{FF2B5EF4-FFF2-40B4-BE49-F238E27FC236}">
                <a16:creationId xmlns:a16="http://schemas.microsoft.com/office/drawing/2014/main" id="{507ED7D5-0AF2-EACD-1D6A-7C3B031CF5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34463" y="423193"/>
            <a:ext cx="5533274" cy="4245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Linear </a:t>
            </a:r>
            <a:r>
              <a:rPr lang="it-IT" dirty="0" err="1"/>
              <a:t>layer</a:t>
            </a:r>
            <a:r>
              <a:rPr lang="it-IT" dirty="0"/>
              <a:t> OCR/BB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166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44"/>
          <p:cNvSpPr txBox="1">
            <a:spLocks noGrp="1"/>
          </p:cNvSpPr>
          <p:nvPr>
            <p:ph type="title"/>
          </p:nvPr>
        </p:nvSpPr>
        <p:spPr>
          <a:xfrm>
            <a:off x="402705" y="374686"/>
            <a:ext cx="833858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CCPD (</a:t>
            </a:r>
            <a:r>
              <a:rPr lang="it-IT" dirty="0" err="1"/>
              <a:t>Chinese</a:t>
            </a:r>
            <a:r>
              <a:rPr lang="it-IT" dirty="0"/>
              <a:t> City Parking Dataset)</a:t>
            </a:r>
            <a:endParaRPr dirty="0"/>
          </a:p>
        </p:txBody>
      </p:sp>
      <p:sp>
        <p:nvSpPr>
          <p:cNvPr id="20" name="Google Shape;1532;p39">
            <a:extLst>
              <a:ext uri="{FF2B5EF4-FFF2-40B4-BE49-F238E27FC236}">
                <a16:creationId xmlns:a16="http://schemas.microsoft.com/office/drawing/2014/main" id="{7A0D386A-D938-D747-D32D-CEAE884C210E}"/>
              </a:ext>
            </a:extLst>
          </p:cNvPr>
          <p:cNvSpPr txBox="1">
            <a:spLocks/>
          </p:cNvSpPr>
          <p:nvPr/>
        </p:nvSpPr>
        <p:spPr>
          <a:xfrm>
            <a:off x="402705" y="1081611"/>
            <a:ext cx="7851245" cy="981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large-scale,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publicly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available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dataset for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plate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detection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recognition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Contains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over </a:t>
            </a:r>
            <a:r>
              <a:rPr lang="it-IT" altLang="it-IT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250,000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images of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vehicles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with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annotated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plates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it-IT" altLang="it-IT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Dataset </a:t>
            </a:r>
            <a:r>
              <a:rPr lang="it-IT" altLang="it-IT" b="1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Characteristics</a:t>
            </a:r>
            <a:r>
              <a:rPr lang="it-IT" altLang="it-IT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</a:t>
            </a:r>
            <a:endParaRPr lang="it-IT" altLang="it-IT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Diverse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conditions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various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lighting,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weather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viewpoints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Plates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captured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in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real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-world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scenarios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including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occlusion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blur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distortion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Annotations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include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bounding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boxes for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plates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altLang="it-IT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character-level</a:t>
            </a:r>
            <a:r>
              <a:rPr lang="it-IT" altLang="it-IT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labels.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it-IT" altLang="it-IT" sz="12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738" name="Elemento grafico 1737" descr="Cartella con riempimento a tinta unita">
            <a:extLst>
              <a:ext uri="{FF2B5EF4-FFF2-40B4-BE49-F238E27FC236}">
                <a16:creationId xmlns:a16="http://schemas.microsoft.com/office/drawing/2014/main" id="{23F9D096-6B26-ECC0-16BF-C8AA87A39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1718" y="3234001"/>
            <a:ext cx="1205346" cy="1205346"/>
          </a:xfrm>
          <a:prstGeom prst="rect">
            <a:avLst/>
          </a:prstGeom>
        </p:spPr>
      </p:pic>
      <p:pic>
        <p:nvPicPr>
          <p:cNvPr id="1739" name="Elemento grafico 1738" descr="Cartella con riempimento a tinta unita">
            <a:extLst>
              <a:ext uri="{FF2B5EF4-FFF2-40B4-BE49-F238E27FC236}">
                <a16:creationId xmlns:a16="http://schemas.microsoft.com/office/drawing/2014/main" id="{60095267-7AA2-7641-F531-D0260EFBF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9849" y="3651614"/>
            <a:ext cx="1205346" cy="1205346"/>
          </a:xfrm>
          <a:prstGeom prst="rect">
            <a:avLst/>
          </a:prstGeom>
        </p:spPr>
      </p:pic>
      <p:pic>
        <p:nvPicPr>
          <p:cNvPr id="1740" name="Elemento grafico 1739" descr="Cartella con riempimento a tinta unita">
            <a:extLst>
              <a:ext uri="{FF2B5EF4-FFF2-40B4-BE49-F238E27FC236}">
                <a16:creationId xmlns:a16="http://schemas.microsoft.com/office/drawing/2014/main" id="{51657201-2140-6D26-2EF4-7E3DD7BF71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0765" y="2657305"/>
            <a:ext cx="1205346" cy="1205346"/>
          </a:xfrm>
          <a:prstGeom prst="rect">
            <a:avLst/>
          </a:prstGeom>
        </p:spPr>
      </p:pic>
      <p:pic>
        <p:nvPicPr>
          <p:cNvPr id="1741" name="Elemento grafico 1740" descr="Cartella con riempimento a tinta unita">
            <a:extLst>
              <a:ext uri="{FF2B5EF4-FFF2-40B4-BE49-F238E27FC236}">
                <a16:creationId xmlns:a16="http://schemas.microsoft.com/office/drawing/2014/main" id="{0990F4CE-40FB-B3B7-F3B1-22EB9D9E9B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5419" y="2657305"/>
            <a:ext cx="1205346" cy="1205346"/>
          </a:xfrm>
          <a:prstGeom prst="rect">
            <a:avLst/>
          </a:prstGeom>
        </p:spPr>
      </p:pic>
      <p:pic>
        <p:nvPicPr>
          <p:cNvPr id="1742" name="Elemento grafico 1741" descr="Cartella con riempimento a tinta unita">
            <a:extLst>
              <a:ext uri="{FF2B5EF4-FFF2-40B4-BE49-F238E27FC236}">
                <a16:creationId xmlns:a16="http://schemas.microsoft.com/office/drawing/2014/main" id="{F489011D-5999-BE1A-87C4-0391569770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9849" y="2657305"/>
            <a:ext cx="1205346" cy="1205346"/>
          </a:xfrm>
          <a:prstGeom prst="rect">
            <a:avLst/>
          </a:prstGeom>
        </p:spPr>
      </p:pic>
      <p:pic>
        <p:nvPicPr>
          <p:cNvPr id="1743" name="Elemento grafico 1742" descr="Cartella con riempimento a tinta unita">
            <a:extLst>
              <a:ext uri="{FF2B5EF4-FFF2-40B4-BE49-F238E27FC236}">
                <a16:creationId xmlns:a16="http://schemas.microsoft.com/office/drawing/2014/main" id="{812B0BCC-4A7F-EFEF-E45A-3B18057169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0765" y="3651614"/>
            <a:ext cx="1205346" cy="1205346"/>
          </a:xfrm>
          <a:prstGeom prst="rect">
            <a:avLst/>
          </a:prstGeom>
        </p:spPr>
      </p:pic>
      <p:pic>
        <p:nvPicPr>
          <p:cNvPr id="1744" name="Elemento grafico 1743" descr="Cartella con riempimento a tinta unita">
            <a:extLst>
              <a:ext uri="{FF2B5EF4-FFF2-40B4-BE49-F238E27FC236}">
                <a16:creationId xmlns:a16="http://schemas.microsoft.com/office/drawing/2014/main" id="{1BD81307-7563-EE78-3F61-528120FB68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5419" y="3651614"/>
            <a:ext cx="1205346" cy="1205346"/>
          </a:xfrm>
          <a:prstGeom prst="rect">
            <a:avLst/>
          </a:prstGeom>
        </p:spPr>
      </p:pic>
      <p:pic>
        <p:nvPicPr>
          <p:cNvPr id="1755" name="Elemento grafico 1754" descr="Cartella con riempimento a tinta unita">
            <a:extLst>
              <a:ext uri="{FF2B5EF4-FFF2-40B4-BE49-F238E27FC236}">
                <a16:creationId xmlns:a16="http://schemas.microsoft.com/office/drawing/2014/main" id="{647C9E35-9A00-0F1D-97D8-8505C1D9E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76111" y="3106090"/>
            <a:ext cx="1205346" cy="1205346"/>
          </a:xfrm>
          <a:prstGeom prst="rect">
            <a:avLst/>
          </a:prstGeom>
        </p:spPr>
      </p:pic>
      <p:sp>
        <p:nvSpPr>
          <p:cNvPr id="1756" name="CasellaDiTesto 1755">
            <a:extLst>
              <a:ext uri="{FF2B5EF4-FFF2-40B4-BE49-F238E27FC236}">
                <a16:creationId xmlns:a16="http://schemas.microsoft.com/office/drawing/2014/main" id="{A259E55D-8B62-A0E5-3DC7-661332C04818}"/>
              </a:ext>
            </a:extLst>
          </p:cNvPr>
          <p:cNvSpPr txBox="1"/>
          <p:nvPr/>
        </p:nvSpPr>
        <p:spPr>
          <a:xfrm>
            <a:off x="1246910" y="3736970"/>
            <a:ext cx="827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base</a:t>
            </a:r>
          </a:p>
        </p:txBody>
      </p:sp>
      <p:sp>
        <p:nvSpPr>
          <p:cNvPr id="1757" name="Segno di addizione 1756">
            <a:extLst>
              <a:ext uri="{FF2B5EF4-FFF2-40B4-BE49-F238E27FC236}">
                <a16:creationId xmlns:a16="http://schemas.microsoft.com/office/drawing/2014/main" id="{70D2B4F3-DB41-C2E5-F515-66FAA847E213}"/>
              </a:ext>
            </a:extLst>
          </p:cNvPr>
          <p:cNvSpPr/>
          <p:nvPr/>
        </p:nvSpPr>
        <p:spPr>
          <a:xfrm>
            <a:off x="2244435" y="3651614"/>
            <a:ext cx="315189" cy="291736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58" name="CasellaDiTesto 1757">
            <a:extLst>
              <a:ext uri="{FF2B5EF4-FFF2-40B4-BE49-F238E27FC236}">
                <a16:creationId xmlns:a16="http://schemas.microsoft.com/office/drawing/2014/main" id="{98AF34D1-838B-6DA2-4B15-1CD94FC4A595}"/>
              </a:ext>
            </a:extLst>
          </p:cNvPr>
          <p:cNvSpPr txBox="1"/>
          <p:nvPr/>
        </p:nvSpPr>
        <p:spPr>
          <a:xfrm>
            <a:off x="2998647" y="3150323"/>
            <a:ext cx="6632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tilt</a:t>
            </a:r>
          </a:p>
        </p:txBody>
      </p:sp>
      <p:sp>
        <p:nvSpPr>
          <p:cNvPr id="1759" name="CasellaDiTesto 1758">
            <a:extLst>
              <a:ext uri="{FF2B5EF4-FFF2-40B4-BE49-F238E27FC236}">
                <a16:creationId xmlns:a16="http://schemas.microsoft.com/office/drawing/2014/main" id="{AAA1FB00-751D-9D45-F75F-24ECEEFC6BAF}"/>
              </a:ext>
            </a:extLst>
          </p:cNvPr>
          <p:cNvSpPr txBox="1"/>
          <p:nvPr/>
        </p:nvSpPr>
        <p:spPr>
          <a:xfrm>
            <a:off x="2962275" y="4115786"/>
            <a:ext cx="5853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latin typeface="Poppins" panose="00000500000000000000" pitchFamily="2" charset="0"/>
                <a:cs typeface="Poppins" panose="00000500000000000000" pitchFamily="2" charset="0"/>
              </a:rPr>
              <a:t>blur</a:t>
            </a:r>
            <a:endParaRPr lang="it-IT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760" name="CasellaDiTesto 1759">
            <a:extLst>
              <a:ext uri="{FF2B5EF4-FFF2-40B4-BE49-F238E27FC236}">
                <a16:creationId xmlns:a16="http://schemas.microsoft.com/office/drawing/2014/main" id="{0E926ECC-6B32-9528-741B-01E1B82A6DED}"/>
              </a:ext>
            </a:extLst>
          </p:cNvPr>
          <p:cNvSpPr txBox="1"/>
          <p:nvPr/>
        </p:nvSpPr>
        <p:spPr>
          <a:xfrm>
            <a:off x="4000505" y="3144189"/>
            <a:ext cx="1120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challenge</a:t>
            </a:r>
          </a:p>
        </p:txBody>
      </p:sp>
      <p:sp>
        <p:nvSpPr>
          <p:cNvPr id="1761" name="CasellaDiTesto 1760">
            <a:extLst>
              <a:ext uri="{FF2B5EF4-FFF2-40B4-BE49-F238E27FC236}">
                <a16:creationId xmlns:a16="http://schemas.microsoft.com/office/drawing/2014/main" id="{51EE0958-60EE-886B-0BD8-F91380AD88FB}"/>
              </a:ext>
            </a:extLst>
          </p:cNvPr>
          <p:cNvSpPr txBox="1"/>
          <p:nvPr/>
        </p:nvSpPr>
        <p:spPr>
          <a:xfrm>
            <a:off x="4054187" y="4109649"/>
            <a:ext cx="827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 err="1">
                <a:latin typeface="Poppins" panose="00000500000000000000" pitchFamily="2" charset="0"/>
                <a:cs typeface="Poppins" panose="00000500000000000000" pitchFamily="2" charset="0"/>
              </a:rPr>
              <a:t>fn</a:t>
            </a:r>
            <a:endParaRPr lang="it-IT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762" name="CasellaDiTesto 1761">
            <a:extLst>
              <a:ext uri="{FF2B5EF4-FFF2-40B4-BE49-F238E27FC236}">
                <a16:creationId xmlns:a16="http://schemas.microsoft.com/office/drawing/2014/main" id="{05F97E08-5621-FE23-6055-1A155FF069DE}"/>
              </a:ext>
            </a:extLst>
          </p:cNvPr>
          <p:cNvSpPr txBox="1"/>
          <p:nvPr/>
        </p:nvSpPr>
        <p:spPr>
          <a:xfrm>
            <a:off x="5256075" y="3144188"/>
            <a:ext cx="827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 err="1">
                <a:latin typeface="Poppins" panose="00000500000000000000" pitchFamily="2" charset="0"/>
                <a:cs typeface="Poppins" panose="00000500000000000000" pitchFamily="2" charset="0"/>
              </a:rPr>
              <a:t>db</a:t>
            </a:r>
            <a:endParaRPr lang="it-IT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763" name="CasellaDiTesto 1762">
            <a:extLst>
              <a:ext uri="{FF2B5EF4-FFF2-40B4-BE49-F238E27FC236}">
                <a16:creationId xmlns:a16="http://schemas.microsoft.com/office/drawing/2014/main" id="{CE93C434-C855-5788-06BB-F815655059CB}"/>
              </a:ext>
            </a:extLst>
          </p:cNvPr>
          <p:cNvSpPr txBox="1"/>
          <p:nvPr/>
        </p:nvSpPr>
        <p:spPr>
          <a:xfrm>
            <a:off x="5284646" y="4109648"/>
            <a:ext cx="827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>
                <a:latin typeface="Poppins" panose="00000500000000000000" pitchFamily="2" charset="0"/>
                <a:cs typeface="Poppins" panose="00000500000000000000" pitchFamily="2" charset="0"/>
              </a:rPr>
              <a:t>weather</a:t>
            </a:r>
            <a:endParaRPr lang="it-IT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764" name="CasellaDiTesto 1763">
            <a:extLst>
              <a:ext uri="{FF2B5EF4-FFF2-40B4-BE49-F238E27FC236}">
                <a16:creationId xmlns:a16="http://schemas.microsoft.com/office/drawing/2014/main" id="{CF3EB1CA-1395-6190-CE0A-16DDD82C20EE}"/>
              </a:ext>
            </a:extLst>
          </p:cNvPr>
          <p:cNvSpPr txBox="1"/>
          <p:nvPr/>
        </p:nvSpPr>
        <p:spPr>
          <a:xfrm>
            <a:off x="6567054" y="3598470"/>
            <a:ext cx="827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Poppins" panose="00000500000000000000" pitchFamily="2" charset="0"/>
                <a:cs typeface="Poppins" panose="00000500000000000000" pitchFamily="2" charset="0"/>
              </a:rPr>
              <a:t>rotate</a:t>
            </a:r>
          </a:p>
        </p:txBody>
      </p:sp>
      <p:sp>
        <p:nvSpPr>
          <p:cNvPr id="1765" name="CasellaDiTesto 1764">
            <a:extLst>
              <a:ext uri="{FF2B5EF4-FFF2-40B4-BE49-F238E27FC236}">
                <a16:creationId xmlns:a16="http://schemas.microsoft.com/office/drawing/2014/main" id="{ECE65639-4253-DEDC-DC2D-FEC9335282D0}"/>
              </a:ext>
            </a:extLst>
          </p:cNvPr>
          <p:cNvSpPr txBox="1"/>
          <p:nvPr/>
        </p:nvSpPr>
        <p:spPr>
          <a:xfrm>
            <a:off x="695305" y="4215486"/>
            <a:ext cx="1678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latin typeface="Poppins" panose="00000500000000000000" pitchFamily="2" charset="0"/>
                <a:cs typeface="Poppins" panose="00000500000000000000" pitchFamily="2" charset="0"/>
              </a:rPr>
              <a:t>Train: 160.000</a:t>
            </a:r>
          </a:p>
          <a:p>
            <a:pPr algn="ctr"/>
            <a:r>
              <a:rPr lang="it-IT" sz="1200" b="1" dirty="0">
                <a:latin typeface="Poppins" panose="00000500000000000000" pitchFamily="2" charset="0"/>
                <a:cs typeface="Poppins" panose="00000500000000000000" pitchFamily="2" charset="0"/>
              </a:rPr>
              <a:t>Val: 40.000</a:t>
            </a:r>
          </a:p>
        </p:txBody>
      </p:sp>
      <p:sp>
        <p:nvSpPr>
          <p:cNvPr id="1766" name="CasellaDiTesto 1765">
            <a:extLst>
              <a:ext uri="{FF2B5EF4-FFF2-40B4-BE49-F238E27FC236}">
                <a16:creationId xmlns:a16="http://schemas.microsoft.com/office/drawing/2014/main" id="{70EFD5DD-7742-1A9F-F0A3-025D0C4C7967}"/>
              </a:ext>
            </a:extLst>
          </p:cNvPr>
          <p:cNvSpPr txBox="1"/>
          <p:nvPr/>
        </p:nvSpPr>
        <p:spPr>
          <a:xfrm>
            <a:off x="6619876" y="4321535"/>
            <a:ext cx="602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Test</a:t>
            </a:r>
          </a:p>
        </p:txBody>
      </p:sp>
      <p:sp>
        <p:nvSpPr>
          <p:cNvPr id="1767" name="CasellaDiTesto 1766">
            <a:extLst>
              <a:ext uri="{FF2B5EF4-FFF2-40B4-BE49-F238E27FC236}">
                <a16:creationId xmlns:a16="http://schemas.microsoft.com/office/drawing/2014/main" id="{5774851F-B13B-8304-4DED-03FE8363152C}"/>
              </a:ext>
            </a:extLst>
          </p:cNvPr>
          <p:cNvSpPr txBox="1"/>
          <p:nvPr/>
        </p:nvSpPr>
        <p:spPr>
          <a:xfrm>
            <a:off x="8424000" y="4698475"/>
            <a:ext cx="607926" cy="306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" name="Google Shape;1761;p45"/>
          <p:cNvSpPr txBox="1">
            <a:spLocks noGrp="1"/>
          </p:cNvSpPr>
          <p:nvPr>
            <p:ph type="subTitle" idx="13"/>
          </p:nvPr>
        </p:nvSpPr>
        <p:spPr>
          <a:xfrm>
            <a:off x="3343346" y="3161334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blur</a:t>
            </a:r>
            <a:endParaRPr dirty="0"/>
          </a:p>
        </p:txBody>
      </p:sp>
      <p:sp>
        <p:nvSpPr>
          <p:cNvPr id="1762" name="Google Shape;1762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Examples of possible car plates</a:t>
            </a:r>
            <a:endParaRPr dirty="0"/>
          </a:p>
        </p:txBody>
      </p:sp>
      <p:sp>
        <p:nvSpPr>
          <p:cNvPr id="1763" name="Google Shape;1763;p45"/>
          <p:cNvSpPr txBox="1">
            <a:spLocks noGrp="1"/>
          </p:cNvSpPr>
          <p:nvPr>
            <p:ph type="subTitle" idx="7"/>
          </p:nvPr>
        </p:nvSpPr>
        <p:spPr>
          <a:xfrm>
            <a:off x="720000" y="1415886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fn</a:t>
            </a:r>
            <a:endParaRPr dirty="0"/>
          </a:p>
        </p:txBody>
      </p:sp>
      <p:sp>
        <p:nvSpPr>
          <p:cNvPr id="1764" name="Google Shape;1764;p45"/>
          <p:cNvSpPr txBox="1">
            <a:spLocks noGrp="1"/>
          </p:cNvSpPr>
          <p:nvPr>
            <p:ph type="subTitle" idx="8"/>
          </p:nvPr>
        </p:nvSpPr>
        <p:spPr>
          <a:xfrm>
            <a:off x="3343346" y="1415886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db</a:t>
            </a:r>
            <a:endParaRPr dirty="0"/>
          </a:p>
        </p:txBody>
      </p:sp>
      <p:sp>
        <p:nvSpPr>
          <p:cNvPr id="1769" name="Google Shape;1769;p45"/>
          <p:cNvSpPr txBox="1">
            <a:spLocks noGrp="1"/>
          </p:cNvSpPr>
          <p:nvPr>
            <p:ph type="subTitle" idx="9"/>
          </p:nvPr>
        </p:nvSpPr>
        <p:spPr>
          <a:xfrm>
            <a:off x="720000" y="3161334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rotate</a:t>
            </a:r>
            <a:endParaRPr dirty="0"/>
          </a:p>
        </p:txBody>
      </p:sp>
      <p:sp>
        <p:nvSpPr>
          <p:cNvPr id="1770" name="Google Shape;1770;p45"/>
          <p:cNvSpPr txBox="1">
            <a:spLocks noGrp="1"/>
          </p:cNvSpPr>
          <p:nvPr>
            <p:ph type="subTitle" idx="14"/>
          </p:nvPr>
        </p:nvSpPr>
        <p:spPr>
          <a:xfrm>
            <a:off x="6219752" y="1415886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tilt</a:t>
            </a:r>
            <a:endParaRPr dirty="0"/>
          </a:p>
        </p:txBody>
      </p:sp>
      <p:sp>
        <p:nvSpPr>
          <p:cNvPr id="1771" name="Google Shape;1771;p45"/>
          <p:cNvSpPr txBox="1">
            <a:spLocks noGrp="1"/>
          </p:cNvSpPr>
          <p:nvPr>
            <p:ph type="subTitle" idx="15"/>
          </p:nvPr>
        </p:nvSpPr>
        <p:spPr>
          <a:xfrm>
            <a:off x="6219752" y="3161334"/>
            <a:ext cx="22041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</a:t>
            </a:r>
            <a:endParaRPr dirty="0"/>
          </a:p>
        </p:txBody>
      </p:sp>
      <p:pic>
        <p:nvPicPr>
          <p:cNvPr id="15" name="Immagine 14" descr="Immagine che contiene testo, Targa di veicolo, targa, numero&#10;&#10;Il contenuto generato dall'IA potrebbe non essere corretto.">
            <a:extLst>
              <a:ext uri="{FF2B5EF4-FFF2-40B4-BE49-F238E27FC236}">
                <a16:creationId xmlns:a16="http://schemas.microsoft.com/office/drawing/2014/main" id="{24949252-0369-EA33-B74D-02039EB3D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220" y="1818186"/>
            <a:ext cx="1764657" cy="1025499"/>
          </a:xfrm>
          <a:prstGeom prst="rect">
            <a:avLst/>
          </a:prstGeom>
        </p:spPr>
      </p:pic>
      <p:pic>
        <p:nvPicPr>
          <p:cNvPr id="17" name="Immagine 16" descr="Immagine che contiene testo, Carattere, Neon, Segnali luminosi&#10;&#10;Il contenuto generato dall'IA potrebbe non essere corretto.">
            <a:extLst>
              <a:ext uri="{FF2B5EF4-FFF2-40B4-BE49-F238E27FC236}">
                <a16:creationId xmlns:a16="http://schemas.microsoft.com/office/drawing/2014/main" id="{37B355D8-06BD-D45E-A8B2-046BAD73F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6554" y="1818186"/>
            <a:ext cx="1950892" cy="1025499"/>
          </a:xfrm>
          <a:prstGeom prst="rect">
            <a:avLst/>
          </a:prstGeom>
        </p:spPr>
      </p:pic>
      <p:pic>
        <p:nvPicPr>
          <p:cNvPr id="19" name="Immagine 18" descr="Immagine che contiene testo, Targa di veicolo, targa, segnaletica&#10;&#10;Il contenuto generato dall'IA potrebbe non essere corretto.">
            <a:extLst>
              <a:ext uri="{FF2B5EF4-FFF2-40B4-BE49-F238E27FC236}">
                <a16:creationId xmlns:a16="http://schemas.microsoft.com/office/drawing/2014/main" id="{C8B1B0AE-90B5-2546-D61C-05EAA2BCD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220" y="3563634"/>
            <a:ext cx="1764657" cy="971686"/>
          </a:xfrm>
          <a:prstGeom prst="rect">
            <a:avLst/>
          </a:prstGeom>
        </p:spPr>
      </p:pic>
      <p:pic>
        <p:nvPicPr>
          <p:cNvPr id="21" name="Immagine 20" descr="Immagine che contiene orologio, testo&#10;&#10;Il contenuto generato dall'IA potrebbe non essere corretto.">
            <a:extLst>
              <a:ext uri="{FF2B5EF4-FFF2-40B4-BE49-F238E27FC236}">
                <a16:creationId xmlns:a16="http://schemas.microsoft.com/office/drawing/2014/main" id="{E9F2BE16-EBE1-2FB6-C9FC-287226FB64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554" y="3563634"/>
            <a:ext cx="1950892" cy="971686"/>
          </a:xfrm>
          <a:prstGeom prst="rect">
            <a:avLst/>
          </a:prstGeom>
        </p:spPr>
      </p:pic>
      <p:pic>
        <p:nvPicPr>
          <p:cNvPr id="23" name="Immagine 22" descr="Immagine che contiene testo, Carattere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D3FE5E4-0898-0EFC-FDEC-BC5203167F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9752" y="3563633"/>
            <a:ext cx="1837208" cy="971685"/>
          </a:xfrm>
          <a:prstGeom prst="rect">
            <a:avLst/>
          </a:prstGeom>
        </p:spPr>
      </p:pic>
      <p:pic>
        <p:nvPicPr>
          <p:cNvPr id="25" name="Immagine 24" descr="Immagine che contiene testo, verde&#10;&#10;Il contenuto generato dall'IA potrebbe non essere corretto.">
            <a:extLst>
              <a:ext uri="{FF2B5EF4-FFF2-40B4-BE49-F238E27FC236}">
                <a16:creationId xmlns:a16="http://schemas.microsoft.com/office/drawing/2014/main" id="{16EDD03F-50B1-43F3-33C8-88B67F31C3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9746" y="1818186"/>
            <a:ext cx="1837214" cy="1025499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2739E3D1-A923-C6C6-730B-9448099EB9C8}"/>
              </a:ext>
            </a:extLst>
          </p:cNvPr>
          <p:cNvSpPr txBox="1"/>
          <p:nvPr/>
        </p:nvSpPr>
        <p:spPr>
          <a:xfrm>
            <a:off x="8424000" y="4698475"/>
            <a:ext cx="607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p46"/>
          <p:cNvSpPr txBox="1">
            <a:spLocks noGrp="1"/>
          </p:cNvSpPr>
          <p:nvPr>
            <p:ph type="title"/>
          </p:nvPr>
        </p:nvSpPr>
        <p:spPr>
          <a:xfrm>
            <a:off x="635233" y="272061"/>
            <a:ext cx="7140723" cy="7152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The </a:t>
            </a:r>
            <a:r>
              <a:rPr lang="it-IT" dirty="0" err="1"/>
              <a:t>Experimental</a:t>
            </a:r>
            <a:r>
              <a:rPr lang="it-IT" dirty="0"/>
              <a:t> setup (1)</a:t>
            </a:r>
            <a:endParaRPr dirty="0"/>
          </a:p>
        </p:txBody>
      </p:sp>
      <p:grpSp>
        <p:nvGrpSpPr>
          <p:cNvPr id="1843" name="Google Shape;1843;p46"/>
          <p:cNvGrpSpPr/>
          <p:nvPr/>
        </p:nvGrpSpPr>
        <p:grpSpPr>
          <a:xfrm>
            <a:off x="-74792" y="1766169"/>
            <a:ext cx="480890" cy="481200"/>
            <a:chOff x="959750" y="3039275"/>
            <a:chExt cx="582050" cy="582425"/>
          </a:xfrm>
        </p:grpSpPr>
        <p:sp>
          <p:nvSpPr>
            <p:cNvPr id="1844" name="Google Shape;1844;p46"/>
            <p:cNvSpPr/>
            <p:nvPr/>
          </p:nvSpPr>
          <p:spPr>
            <a:xfrm>
              <a:off x="959750" y="3498275"/>
              <a:ext cx="123450" cy="123425"/>
            </a:xfrm>
            <a:custGeom>
              <a:avLst/>
              <a:gdLst/>
              <a:ahLst/>
              <a:cxnLst/>
              <a:rect l="l" t="t" r="r" b="b"/>
              <a:pathLst>
                <a:path w="4938" h="4937" extrusionOk="0">
                  <a:moveTo>
                    <a:pt x="1403" y="0"/>
                  </a:moveTo>
                  <a:lnTo>
                    <a:pt x="1" y="1402"/>
                  </a:lnTo>
                  <a:lnTo>
                    <a:pt x="3536" y="4937"/>
                  </a:lnTo>
                  <a:lnTo>
                    <a:pt x="4937" y="3535"/>
                  </a:lnTo>
                  <a:lnTo>
                    <a:pt x="1403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46"/>
            <p:cNvSpPr/>
            <p:nvPr/>
          </p:nvSpPr>
          <p:spPr>
            <a:xfrm>
              <a:off x="1035950" y="3421700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402" y="1"/>
                  </a:moveTo>
                  <a:lnTo>
                    <a:pt x="0" y="1403"/>
                  </a:lnTo>
                  <a:lnTo>
                    <a:pt x="3535" y="4952"/>
                  </a:lnTo>
                  <a:lnTo>
                    <a:pt x="4937" y="3551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46"/>
            <p:cNvSpPr/>
            <p:nvPr/>
          </p:nvSpPr>
          <p:spPr>
            <a:xfrm>
              <a:off x="1112500" y="3345525"/>
              <a:ext cx="123825" cy="123450"/>
            </a:xfrm>
            <a:custGeom>
              <a:avLst/>
              <a:gdLst/>
              <a:ahLst/>
              <a:cxnLst/>
              <a:rect l="l" t="t" r="r" b="b"/>
              <a:pathLst>
                <a:path w="4953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6"/>
            <p:cNvSpPr/>
            <p:nvPr/>
          </p:nvSpPr>
          <p:spPr>
            <a:xfrm>
              <a:off x="1188675" y="3268975"/>
              <a:ext cx="123825" cy="123425"/>
            </a:xfrm>
            <a:custGeom>
              <a:avLst/>
              <a:gdLst/>
              <a:ahLst/>
              <a:cxnLst/>
              <a:rect l="l" t="t" r="r" b="b"/>
              <a:pathLst>
                <a:path w="4953" h="4937" extrusionOk="0">
                  <a:moveTo>
                    <a:pt x="1402" y="0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50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6"/>
            <p:cNvSpPr/>
            <p:nvPr/>
          </p:nvSpPr>
          <p:spPr>
            <a:xfrm>
              <a:off x="1265625" y="3192800"/>
              <a:ext cx="123425" cy="123425"/>
            </a:xfrm>
            <a:custGeom>
              <a:avLst/>
              <a:gdLst/>
              <a:ahLst/>
              <a:cxnLst/>
              <a:rect l="l" t="t" r="r" b="b"/>
              <a:pathLst>
                <a:path w="4937" h="4937" extrusionOk="0">
                  <a:moveTo>
                    <a:pt x="1402" y="0"/>
                  </a:moveTo>
                  <a:lnTo>
                    <a:pt x="0" y="1386"/>
                  </a:lnTo>
                  <a:lnTo>
                    <a:pt x="3535" y="4936"/>
                  </a:lnTo>
                  <a:lnTo>
                    <a:pt x="4937" y="3535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6"/>
            <p:cNvSpPr/>
            <p:nvPr/>
          </p:nvSpPr>
          <p:spPr>
            <a:xfrm>
              <a:off x="1341800" y="3116225"/>
              <a:ext cx="123450" cy="123450"/>
            </a:xfrm>
            <a:custGeom>
              <a:avLst/>
              <a:gdLst/>
              <a:ahLst/>
              <a:cxnLst/>
              <a:rect l="l" t="t" r="r" b="b"/>
              <a:pathLst>
                <a:path w="4938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35" y="4937"/>
                  </a:lnTo>
                  <a:lnTo>
                    <a:pt x="4937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6"/>
            <p:cNvSpPr/>
            <p:nvPr/>
          </p:nvSpPr>
          <p:spPr>
            <a:xfrm>
              <a:off x="1418375" y="3039275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387" y="1"/>
                  </a:moveTo>
                  <a:lnTo>
                    <a:pt x="0" y="1403"/>
                  </a:lnTo>
                  <a:lnTo>
                    <a:pt x="3535" y="4953"/>
                  </a:lnTo>
                  <a:lnTo>
                    <a:pt x="4936" y="3551"/>
                  </a:lnTo>
                  <a:lnTo>
                    <a:pt x="138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3D7E163-AB10-67C8-799F-983EAC7E0D3F}"/>
              </a:ext>
            </a:extLst>
          </p:cNvPr>
          <p:cNvSpPr/>
          <p:nvPr/>
        </p:nvSpPr>
        <p:spPr>
          <a:xfrm>
            <a:off x="635233" y="1482357"/>
            <a:ext cx="3649931" cy="142875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Loss function</a:t>
            </a:r>
            <a:r>
              <a:rPr lang="en-US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GIoU</a:t>
            </a:r>
            <a:r>
              <a:rPr lang="en-US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Optimizer</a:t>
            </a:r>
            <a:r>
              <a:rPr lang="en-US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Adam, with LR: 0.001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Batch</a:t>
            </a:r>
            <a:r>
              <a:rPr lang="en-US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Epochs</a:t>
            </a:r>
            <a:r>
              <a:rPr lang="en-US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15 </a:t>
            </a:r>
          </a:p>
          <a:p>
            <a:br>
              <a:rPr lang="en-US" dirty="0"/>
            </a:b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1CCF9DC-5E30-D85E-8B53-E89B35312282}"/>
              </a:ext>
            </a:extLst>
          </p:cNvPr>
          <p:cNvSpPr txBox="1"/>
          <p:nvPr/>
        </p:nvSpPr>
        <p:spPr>
          <a:xfrm>
            <a:off x="1963757" y="1219493"/>
            <a:ext cx="10027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Poppins" panose="00000500000000000000" pitchFamily="2" charset="0"/>
                <a:cs typeface="Poppins" panose="00000500000000000000" pitchFamily="2" charset="0"/>
              </a:rPr>
              <a:t>Yolov5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63641D4-7571-84E5-DD1A-05929BB935CB}"/>
              </a:ext>
            </a:extLst>
          </p:cNvPr>
          <p:cNvSpPr txBox="1"/>
          <p:nvPr/>
        </p:nvSpPr>
        <p:spPr>
          <a:xfrm>
            <a:off x="6247722" y="1194955"/>
            <a:ext cx="8415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Poppins" panose="00000500000000000000" pitchFamily="2" charset="0"/>
                <a:cs typeface="Poppins" panose="00000500000000000000" pitchFamily="2" charset="0"/>
              </a:rPr>
              <a:t>PDLPR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8AEAADF1-B76D-5DC6-7885-FAB73273F3E3}"/>
                  </a:ext>
                </a:extLst>
              </p:cNvPr>
              <p:cNvSpPr/>
              <p:nvPr/>
            </p:nvSpPr>
            <p:spPr>
              <a:xfrm>
                <a:off x="4830259" y="1489205"/>
                <a:ext cx="3649931" cy="1421902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Loss function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Cross Entropy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Optimizer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Adam, with LR: 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1</m:t>
                    </m:r>
                    <m:sSup>
                      <m:sSupPr>
                        <m:ctrlP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𝑒</m:t>
                        </m:r>
                      </m:e>
                      <m:sup>
                        <m: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Batch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128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Epochs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50</a:t>
                </a:r>
              </a:p>
              <a:p>
                <a:br>
                  <a:rPr lang="en-US" dirty="0"/>
                </a:br>
                <a:endParaRPr lang="it-IT" dirty="0"/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8AEAADF1-B76D-5DC6-7885-FAB73273F3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0259" y="1489205"/>
                <a:ext cx="3649931" cy="1421902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7A269F7E-9E27-C9C5-6ACA-80A88AAF3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7017" y="3406198"/>
            <a:ext cx="2165691" cy="339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A0DAC5E-8AA3-5401-FC71-6ED19AB85E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8115" y="3696794"/>
            <a:ext cx="1608960" cy="48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magine 11" descr="Immagine che contiene Carattere, bianco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8B11CF78-46DE-2D9C-82DD-01407BFB49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1294" y="3490977"/>
            <a:ext cx="2270658" cy="613431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1003805-BEA6-4980-3054-FC964228B8C3}"/>
              </a:ext>
            </a:extLst>
          </p:cNvPr>
          <p:cNvSpPr txBox="1"/>
          <p:nvPr/>
        </p:nvSpPr>
        <p:spPr>
          <a:xfrm>
            <a:off x="8375073" y="4698475"/>
            <a:ext cx="656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0">
          <a:extLst>
            <a:ext uri="{FF2B5EF4-FFF2-40B4-BE49-F238E27FC236}">
              <a16:creationId xmlns:a16="http://schemas.microsoft.com/office/drawing/2014/main" id="{E788EBC0-1C74-860F-D016-DEDDB477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p46">
            <a:extLst>
              <a:ext uri="{FF2B5EF4-FFF2-40B4-BE49-F238E27FC236}">
                <a16:creationId xmlns:a16="http://schemas.microsoft.com/office/drawing/2014/main" id="{1D51499C-3E04-158C-994B-B63A8B7D41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5233" y="272061"/>
            <a:ext cx="7140723" cy="7152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The </a:t>
            </a:r>
            <a:r>
              <a:rPr lang="it-IT" dirty="0" err="1"/>
              <a:t>Experimental</a:t>
            </a:r>
            <a:r>
              <a:rPr lang="it-IT" dirty="0"/>
              <a:t> setup (2)</a:t>
            </a:r>
            <a:endParaRPr dirty="0"/>
          </a:p>
        </p:txBody>
      </p:sp>
      <p:grpSp>
        <p:nvGrpSpPr>
          <p:cNvPr id="1843" name="Google Shape;1843;p46">
            <a:extLst>
              <a:ext uri="{FF2B5EF4-FFF2-40B4-BE49-F238E27FC236}">
                <a16:creationId xmlns:a16="http://schemas.microsoft.com/office/drawing/2014/main" id="{5A361754-900A-5025-A5AB-F1960DA4DE20}"/>
              </a:ext>
            </a:extLst>
          </p:cNvPr>
          <p:cNvGrpSpPr/>
          <p:nvPr/>
        </p:nvGrpSpPr>
        <p:grpSpPr>
          <a:xfrm>
            <a:off x="-74792" y="1766169"/>
            <a:ext cx="480890" cy="481200"/>
            <a:chOff x="959750" y="3039275"/>
            <a:chExt cx="582050" cy="582425"/>
          </a:xfrm>
        </p:grpSpPr>
        <p:sp>
          <p:nvSpPr>
            <p:cNvPr id="1844" name="Google Shape;1844;p46">
              <a:extLst>
                <a:ext uri="{FF2B5EF4-FFF2-40B4-BE49-F238E27FC236}">
                  <a16:creationId xmlns:a16="http://schemas.microsoft.com/office/drawing/2014/main" id="{99ED3732-15B0-1B58-05B0-F38FE63193AD}"/>
                </a:ext>
              </a:extLst>
            </p:cNvPr>
            <p:cNvSpPr/>
            <p:nvPr/>
          </p:nvSpPr>
          <p:spPr>
            <a:xfrm>
              <a:off x="959750" y="3498275"/>
              <a:ext cx="123450" cy="123425"/>
            </a:xfrm>
            <a:custGeom>
              <a:avLst/>
              <a:gdLst/>
              <a:ahLst/>
              <a:cxnLst/>
              <a:rect l="l" t="t" r="r" b="b"/>
              <a:pathLst>
                <a:path w="4938" h="4937" extrusionOk="0">
                  <a:moveTo>
                    <a:pt x="1403" y="0"/>
                  </a:moveTo>
                  <a:lnTo>
                    <a:pt x="1" y="1402"/>
                  </a:lnTo>
                  <a:lnTo>
                    <a:pt x="3536" y="4937"/>
                  </a:lnTo>
                  <a:lnTo>
                    <a:pt x="4937" y="3535"/>
                  </a:lnTo>
                  <a:lnTo>
                    <a:pt x="1403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46">
              <a:extLst>
                <a:ext uri="{FF2B5EF4-FFF2-40B4-BE49-F238E27FC236}">
                  <a16:creationId xmlns:a16="http://schemas.microsoft.com/office/drawing/2014/main" id="{C41D19C3-E5D7-FF57-67D5-55091BAD5CBA}"/>
                </a:ext>
              </a:extLst>
            </p:cNvPr>
            <p:cNvSpPr/>
            <p:nvPr/>
          </p:nvSpPr>
          <p:spPr>
            <a:xfrm>
              <a:off x="1035950" y="3421700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402" y="1"/>
                  </a:moveTo>
                  <a:lnTo>
                    <a:pt x="0" y="1403"/>
                  </a:lnTo>
                  <a:lnTo>
                    <a:pt x="3535" y="4952"/>
                  </a:lnTo>
                  <a:lnTo>
                    <a:pt x="4937" y="3551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46">
              <a:extLst>
                <a:ext uri="{FF2B5EF4-FFF2-40B4-BE49-F238E27FC236}">
                  <a16:creationId xmlns:a16="http://schemas.microsoft.com/office/drawing/2014/main" id="{EE97B49E-5521-7DBB-8441-51AE6FC379CD}"/>
                </a:ext>
              </a:extLst>
            </p:cNvPr>
            <p:cNvSpPr/>
            <p:nvPr/>
          </p:nvSpPr>
          <p:spPr>
            <a:xfrm>
              <a:off x="1112500" y="3345525"/>
              <a:ext cx="123825" cy="123450"/>
            </a:xfrm>
            <a:custGeom>
              <a:avLst/>
              <a:gdLst/>
              <a:ahLst/>
              <a:cxnLst/>
              <a:rect l="l" t="t" r="r" b="b"/>
              <a:pathLst>
                <a:path w="4953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6">
              <a:extLst>
                <a:ext uri="{FF2B5EF4-FFF2-40B4-BE49-F238E27FC236}">
                  <a16:creationId xmlns:a16="http://schemas.microsoft.com/office/drawing/2014/main" id="{1CF11FD1-FB15-1EAE-DF0F-F92AF9D62439}"/>
                </a:ext>
              </a:extLst>
            </p:cNvPr>
            <p:cNvSpPr/>
            <p:nvPr/>
          </p:nvSpPr>
          <p:spPr>
            <a:xfrm>
              <a:off x="1188675" y="3268975"/>
              <a:ext cx="123825" cy="123425"/>
            </a:xfrm>
            <a:custGeom>
              <a:avLst/>
              <a:gdLst/>
              <a:ahLst/>
              <a:cxnLst/>
              <a:rect l="l" t="t" r="r" b="b"/>
              <a:pathLst>
                <a:path w="4953" h="4937" extrusionOk="0">
                  <a:moveTo>
                    <a:pt x="1402" y="0"/>
                  </a:moveTo>
                  <a:lnTo>
                    <a:pt x="1" y="1402"/>
                  </a:lnTo>
                  <a:lnTo>
                    <a:pt x="3551" y="4937"/>
                  </a:lnTo>
                  <a:lnTo>
                    <a:pt x="4952" y="3550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6">
              <a:extLst>
                <a:ext uri="{FF2B5EF4-FFF2-40B4-BE49-F238E27FC236}">
                  <a16:creationId xmlns:a16="http://schemas.microsoft.com/office/drawing/2014/main" id="{988B7A55-BD5F-B812-4C0E-ED7BEB1C45B6}"/>
                </a:ext>
              </a:extLst>
            </p:cNvPr>
            <p:cNvSpPr/>
            <p:nvPr/>
          </p:nvSpPr>
          <p:spPr>
            <a:xfrm>
              <a:off x="1265625" y="3192800"/>
              <a:ext cx="123425" cy="123425"/>
            </a:xfrm>
            <a:custGeom>
              <a:avLst/>
              <a:gdLst/>
              <a:ahLst/>
              <a:cxnLst/>
              <a:rect l="l" t="t" r="r" b="b"/>
              <a:pathLst>
                <a:path w="4937" h="4937" extrusionOk="0">
                  <a:moveTo>
                    <a:pt x="1402" y="0"/>
                  </a:moveTo>
                  <a:lnTo>
                    <a:pt x="0" y="1386"/>
                  </a:lnTo>
                  <a:lnTo>
                    <a:pt x="3535" y="4936"/>
                  </a:lnTo>
                  <a:lnTo>
                    <a:pt x="4937" y="3535"/>
                  </a:lnTo>
                  <a:lnTo>
                    <a:pt x="1402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6">
              <a:extLst>
                <a:ext uri="{FF2B5EF4-FFF2-40B4-BE49-F238E27FC236}">
                  <a16:creationId xmlns:a16="http://schemas.microsoft.com/office/drawing/2014/main" id="{D20CDF1A-12D7-5690-0C6A-49EA86CE55E1}"/>
                </a:ext>
              </a:extLst>
            </p:cNvPr>
            <p:cNvSpPr/>
            <p:nvPr/>
          </p:nvSpPr>
          <p:spPr>
            <a:xfrm>
              <a:off x="1341800" y="3116225"/>
              <a:ext cx="123450" cy="123450"/>
            </a:xfrm>
            <a:custGeom>
              <a:avLst/>
              <a:gdLst/>
              <a:ahLst/>
              <a:cxnLst/>
              <a:rect l="l" t="t" r="r" b="b"/>
              <a:pathLst>
                <a:path w="4938" h="4938" extrusionOk="0">
                  <a:moveTo>
                    <a:pt x="1402" y="1"/>
                  </a:moveTo>
                  <a:lnTo>
                    <a:pt x="1" y="1402"/>
                  </a:lnTo>
                  <a:lnTo>
                    <a:pt x="3535" y="4937"/>
                  </a:lnTo>
                  <a:lnTo>
                    <a:pt x="4937" y="3535"/>
                  </a:lnTo>
                  <a:lnTo>
                    <a:pt x="1402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6">
              <a:extLst>
                <a:ext uri="{FF2B5EF4-FFF2-40B4-BE49-F238E27FC236}">
                  <a16:creationId xmlns:a16="http://schemas.microsoft.com/office/drawing/2014/main" id="{5216E027-0A76-7329-1712-86241717A9F5}"/>
                </a:ext>
              </a:extLst>
            </p:cNvPr>
            <p:cNvSpPr/>
            <p:nvPr/>
          </p:nvSpPr>
          <p:spPr>
            <a:xfrm>
              <a:off x="1418375" y="3039275"/>
              <a:ext cx="123425" cy="123825"/>
            </a:xfrm>
            <a:custGeom>
              <a:avLst/>
              <a:gdLst/>
              <a:ahLst/>
              <a:cxnLst/>
              <a:rect l="l" t="t" r="r" b="b"/>
              <a:pathLst>
                <a:path w="4937" h="4953" extrusionOk="0">
                  <a:moveTo>
                    <a:pt x="1387" y="1"/>
                  </a:moveTo>
                  <a:lnTo>
                    <a:pt x="0" y="1403"/>
                  </a:lnTo>
                  <a:lnTo>
                    <a:pt x="3535" y="4953"/>
                  </a:lnTo>
                  <a:lnTo>
                    <a:pt x="4936" y="3551"/>
                  </a:lnTo>
                  <a:lnTo>
                    <a:pt x="138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37270"/>
                  </a:srgbClr>
                </a:gs>
                <a:gs pos="100000">
                  <a:srgbClr val="FFFFFF">
                    <a:alpha val="0"/>
                    <a:alpha val="3727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tangolo con angoli arrotondati 5">
                <a:extLst>
                  <a:ext uri="{FF2B5EF4-FFF2-40B4-BE49-F238E27FC236}">
                    <a16:creationId xmlns:a16="http://schemas.microsoft.com/office/drawing/2014/main" id="{8DF56CD3-C483-66B3-AAC1-156E16892C96}"/>
                  </a:ext>
                </a:extLst>
              </p:cNvPr>
              <p:cNvSpPr/>
              <p:nvPr/>
            </p:nvSpPr>
            <p:spPr>
              <a:xfrm>
                <a:off x="635233" y="1482357"/>
                <a:ext cx="3649931" cy="1428750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Loss function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Mean Squared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Optimizer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Adam, with LR: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1</m:t>
                    </m:r>
                    <m:sSup>
                      <m:sSup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𝑒</m:t>
                        </m:r>
                      </m:e>
                      <m:sup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−3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Batch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50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Epochs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30 </a:t>
                </a:r>
              </a:p>
              <a:p>
                <a:br>
                  <a:rPr lang="en-US" dirty="0"/>
                </a:br>
                <a:endParaRPr lang="it-IT" dirty="0"/>
              </a:p>
            </p:txBody>
          </p:sp>
        </mc:Choice>
        <mc:Fallback xmlns="">
          <p:sp>
            <p:nvSpPr>
              <p:cNvPr id="6" name="Rettangolo con angoli arrotondati 5">
                <a:extLst>
                  <a:ext uri="{FF2B5EF4-FFF2-40B4-BE49-F238E27FC236}">
                    <a16:creationId xmlns:a16="http://schemas.microsoft.com/office/drawing/2014/main" id="{8DF56CD3-C483-66B3-AAC1-156E16892C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33" y="1482357"/>
                <a:ext cx="3649931" cy="14287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sellaDiTesto 7">
            <a:extLst>
              <a:ext uri="{FF2B5EF4-FFF2-40B4-BE49-F238E27FC236}">
                <a16:creationId xmlns:a16="http://schemas.microsoft.com/office/drawing/2014/main" id="{643B7D3F-413B-BE26-6CFC-FE2284FCDDDB}"/>
              </a:ext>
            </a:extLst>
          </p:cNvPr>
          <p:cNvSpPr txBox="1"/>
          <p:nvPr/>
        </p:nvSpPr>
        <p:spPr>
          <a:xfrm>
            <a:off x="1351864" y="1194955"/>
            <a:ext cx="249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Poppins" panose="00000500000000000000" pitchFamily="2" charset="0"/>
                <a:cs typeface="Poppins" panose="00000500000000000000" pitchFamily="2" charset="0"/>
              </a:rPr>
              <a:t>RN18 </a:t>
            </a:r>
            <a:r>
              <a:rPr lang="it-IT" sz="1600" b="1" dirty="0" err="1">
                <a:latin typeface="Poppins" panose="00000500000000000000" pitchFamily="2" charset="0"/>
                <a:cs typeface="Poppins" panose="00000500000000000000" pitchFamily="2" charset="0"/>
              </a:rPr>
              <a:t>Bounding</a:t>
            </a:r>
            <a:r>
              <a:rPr lang="it-IT" sz="1600" b="1" dirty="0">
                <a:latin typeface="Poppins" panose="00000500000000000000" pitchFamily="2" charset="0"/>
                <a:cs typeface="Poppins" panose="00000500000000000000" pitchFamily="2" charset="0"/>
              </a:rPr>
              <a:t> Box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1262D05-ADA5-AE5F-865B-96E8C3331699}"/>
              </a:ext>
            </a:extLst>
          </p:cNvPr>
          <p:cNvSpPr txBox="1"/>
          <p:nvPr/>
        </p:nvSpPr>
        <p:spPr>
          <a:xfrm>
            <a:off x="6054809" y="1194955"/>
            <a:ext cx="12636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Poppins" panose="00000500000000000000" pitchFamily="2" charset="0"/>
                <a:cs typeface="Poppins" panose="00000500000000000000" pitchFamily="2" charset="0"/>
              </a:rPr>
              <a:t>RN18 OCR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A97B42E3-E4F8-AC10-1C14-ED70B7E56D90}"/>
                  </a:ext>
                </a:extLst>
              </p:cNvPr>
              <p:cNvSpPr/>
              <p:nvPr/>
            </p:nvSpPr>
            <p:spPr>
              <a:xfrm>
                <a:off x="4830259" y="1489205"/>
                <a:ext cx="3649931" cy="1421902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Loss function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Cross Entropy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Optimizer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Adam, with LR: 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1</m:t>
                    </m:r>
                    <m:sSup>
                      <m:sSupPr>
                        <m:ctrlP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𝑒</m:t>
                        </m:r>
                      </m:e>
                      <m:sup>
                        <m:r>
                          <a:rPr lang="it-IT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</m:t>
                        </m:r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, weight decay: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Poppins" panose="00000500000000000000" pitchFamily="2" charset="0"/>
                      </a:rPr>
                      <m:t>5</m:t>
                    </m:r>
                    <m:sSup>
                      <m:sSup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𝑒</m:t>
                        </m:r>
                      </m:e>
                      <m:sup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Poppins" panose="00000500000000000000" pitchFamily="2" charset="0"/>
                          </a:rPr>
                          <m:t>−5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Batch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128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Epochs</a:t>
                </a:r>
                <a:r>
                  <a:rPr lang="en-US" dirty="0">
                    <a:solidFill>
                      <a:schemeClr val="tx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: 30</a:t>
                </a:r>
              </a:p>
              <a:p>
                <a:br>
                  <a:rPr lang="en-US" dirty="0"/>
                </a:br>
                <a:endParaRPr lang="it-IT" dirty="0"/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A97B42E3-E4F8-AC10-1C14-ED70B7E56D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0259" y="1489205"/>
                <a:ext cx="3649931" cy="142190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Immagine 11" descr="Immagine che contiene Carattere, bianco, testo, diagramma&#10;&#10;Il contenuto generato dall'IA potrebbe non essere corretto.">
            <a:extLst>
              <a:ext uri="{FF2B5EF4-FFF2-40B4-BE49-F238E27FC236}">
                <a16:creationId xmlns:a16="http://schemas.microsoft.com/office/drawing/2014/main" id="{8F3045B3-FA6D-552F-F0C5-69C472F000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1293" y="3457438"/>
            <a:ext cx="2270658" cy="6134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E6DF54DE-F743-219C-C581-822672F85015}"/>
                  </a:ext>
                </a:extLst>
              </p:cNvPr>
              <p:cNvSpPr txBox="1"/>
              <p:nvPr/>
            </p:nvSpPr>
            <p:spPr>
              <a:xfrm>
                <a:off x="1074024" y="3457438"/>
                <a:ext cx="3052796" cy="680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E6DF54DE-F743-219C-C581-822672F85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24" y="3457438"/>
                <a:ext cx="3052796" cy="6805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A0141490-413E-38ED-5AC9-CB7909F5F7F5}"/>
              </a:ext>
            </a:extLst>
          </p:cNvPr>
          <p:cNvSpPr txBox="1"/>
          <p:nvPr/>
        </p:nvSpPr>
        <p:spPr>
          <a:xfrm>
            <a:off x="8424000" y="4698475"/>
            <a:ext cx="607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11/21</a:t>
            </a:r>
          </a:p>
        </p:txBody>
      </p:sp>
    </p:spTree>
    <p:extLst>
      <p:ext uri="{BB962C8B-B14F-4D97-AF65-F5344CB8AC3E}">
        <p14:creationId xmlns:p14="http://schemas.microsoft.com/office/powerpoint/2010/main" val="118122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p51"/>
          <p:cNvSpPr txBox="1">
            <a:spLocks noGrp="1"/>
          </p:cNvSpPr>
          <p:nvPr>
            <p:ph type="title"/>
          </p:nvPr>
        </p:nvSpPr>
        <p:spPr>
          <a:xfrm>
            <a:off x="554202" y="32946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Yolov5 and RN18 BB results</a:t>
            </a:r>
            <a:endParaRPr sz="2800" dirty="0"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80302667-A69F-2230-D793-7B3BF3AF6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628516"/>
              </p:ext>
            </p:extLst>
          </p:nvPr>
        </p:nvGraphicFramePr>
        <p:xfrm>
          <a:off x="1524000" y="1345842"/>
          <a:ext cx="6096000" cy="33375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30556276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718839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65913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Yolov5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RN18 OCR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0459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96,8%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88.7%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23783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blur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89,4%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80.1%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1905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87,7%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82.1%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261940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db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78,3%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76.2%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302343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fn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78,4%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75.8%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840221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89,2%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84.3%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144789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87,2%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82.4%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381634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weather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86.2%</a:t>
                      </a:r>
                      <a:endParaRPr lang="it-IT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575548193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13924F5B-D0C4-E8B8-B0CE-BD30167D46AC}"/>
              </a:ext>
            </a:extLst>
          </p:cNvPr>
          <p:cNvSpPr txBox="1"/>
          <p:nvPr/>
        </p:nvSpPr>
        <p:spPr>
          <a:xfrm>
            <a:off x="1524000" y="1075174"/>
            <a:ext cx="21855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>
                <a:latin typeface="Poppins" panose="00000500000000000000" pitchFamily="2" charset="0"/>
                <a:cs typeface="Poppins" panose="00000500000000000000" pitchFamily="2" charset="0"/>
              </a:rPr>
              <a:t>IoU</a:t>
            </a:r>
            <a:r>
              <a:rPr lang="it-IT" b="1" dirty="0">
                <a:latin typeface="Poppins" panose="00000500000000000000" pitchFamily="2" charset="0"/>
                <a:cs typeface="Poppins" panose="00000500000000000000" pitchFamily="2" charset="0"/>
              </a:rPr>
              <a:t> &gt; 0.70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54B8DDDB-F06B-FA1B-21DE-001E3B2AF169}"/>
              </a:ext>
            </a:extLst>
          </p:cNvPr>
          <p:cNvSpPr txBox="1"/>
          <p:nvPr/>
        </p:nvSpPr>
        <p:spPr>
          <a:xfrm>
            <a:off x="8385349" y="4698475"/>
            <a:ext cx="646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2">
          <a:extLst>
            <a:ext uri="{FF2B5EF4-FFF2-40B4-BE49-F238E27FC236}">
              <a16:creationId xmlns:a16="http://schemas.microsoft.com/office/drawing/2014/main" id="{9D30D14E-CA85-C3F0-3068-327AACB6F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p51">
            <a:extLst>
              <a:ext uri="{FF2B5EF4-FFF2-40B4-BE49-F238E27FC236}">
                <a16:creationId xmlns:a16="http://schemas.microsoft.com/office/drawing/2014/main" id="{6A20907C-FF0D-5541-2066-211560A958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4202" y="32946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RN18 OCR results</a:t>
            </a:r>
            <a:endParaRPr sz="2800" dirty="0"/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57EE7AE-E9EB-8A7F-CBB2-F26AE94EE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604407"/>
              </p:ext>
            </p:extLst>
          </p:nvPr>
        </p:nvGraphicFramePr>
        <p:xfrm>
          <a:off x="321547" y="1318497"/>
          <a:ext cx="8531050" cy="320828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853105">
                  <a:extLst>
                    <a:ext uri="{9D8B030D-6E8A-4147-A177-3AD203B41FA5}">
                      <a16:colId xmlns:a16="http://schemas.microsoft.com/office/drawing/2014/main" val="2971400418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055012077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620120482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139741373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47432201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841330371"/>
                    </a:ext>
                  </a:extLst>
                </a:gridCol>
                <a:gridCol w="826979">
                  <a:extLst>
                    <a:ext uri="{9D8B030D-6E8A-4147-A177-3AD203B41FA5}">
                      <a16:colId xmlns:a16="http://schemas.microsoft.com/office/drawing/2014/main" val="1206671522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837845095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122859191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359995384"/>
                    </a:ext>
                  </a:extLst>
                </a:gridCol>
              </a:tblGrid>
              <a:tr h="391569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base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tilt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blur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rotate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challenge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fn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db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weather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total</a:t>
                      </a:r>
                      <a:endParaRPr lang="it-IT" sz="1200" b="1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87163413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samples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40000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30216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20611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10053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50003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20967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10132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9999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150K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073650378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avg loss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0.3216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0.1204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0.1077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0.0700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0.0734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0.0859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0.1089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0.0040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0.1115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52620408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acc/char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99.07%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88.65%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95.44%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96.14%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94.64%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93.94%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93.28%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98.60%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95.14%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058710403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</a:t>
                      </a: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/</a:t>
                      </a:r>
                      <a:r>
                        <a:rPr lang="it-IT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plate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98.86%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75.39%  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79.45%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84.12%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78.49%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77.51%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76.41%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97.40%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83.03%</a:t>
                      </a:r>
                      <a:endParaRPr lang="it-IT" sz="1200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826555383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DCF6E60A-98B2-B403-EEB8-EF7784BF636B}"/>
              </a:ext>
            </a:extLst>
          </p:cNvPr>
          <p:cNvSpPr txBox="1"/>
          <p:nvPr/>
        </p:nvSpPr>
        <p:spPr>
          <a:xfrm>
            <a:off x="8350180" y="4698475"/>
            <a:ext cx="6817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13/21</a:t>
            </a:r>
          </a:p>
        </p:txBody>
      </p:sp>
    </p:spTree>
    <p:extLst>
      <p:ext uri="{BB962C8B-B14F-4D97-AF65-F5344CB8AC3E}">
        <p14:creationId xmlns:p14="http://schemas.microsoft.com/office/powerpoint/2010/main" val="2507756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2">
          <a:extLst>
            <a:ext uri="{FF2B5EF4-FFF2-40B4-BE49-F238E27FC236}">
              <a16:creationId xmlns:a16="http://schemas.microsoft.com/office/drawing/2014/main" id="{7E26FD93-617C-A692-A9B9-D624C5F1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p51">
            <a:extLst>
              <a:ext uri="{FF2B5EF4-FFF2-40B4-BE49-F238E27FC236}">
                <a16:creationId xmlns:a16="http://schemas.microsoft.com/office/drawing/2014/main" id="{01F3239E-02C4-557A-8725-91BB38A221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4202" y="32946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PDLPR results</a:t>
            </a:r>
            <a:endParaRPr sz="2800" dirty="0"/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BB60E403-B13C-1E7C-C256-F32F239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882583"/>
              </p:ext>
            </p:extLst>
          </p:nvPr>
        </p:nvGraphicFramePr>
        <p:xfrm>
          <a:off x="321547" y="1318497"/>
          <a:ext cx="8531050" cy="320828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853105">
                  <a:extLst>
                    <a:ext uri="{9D8B030D-6E8A-4147-A177-3AD203B41FA5}">
                      <a16:colId xmlns:a16="http://schemas.microsoft.com/office/drawing/2014/main" val="2971400418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055012077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620120482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139741373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247432201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841330371"/>
                    </a:ext>
                  </a:extLst>
                </a:gridCol>
                <a:gridCol w="826979">
                  <a:extLst>
                    <a:ext uri="{9D8B030D-6E8A-4147-A177-3AD203B41FA5}">
                      <a16:colId xmlns:a16="http://schemas.microsoft.com/office/drawing/2014/main" val="1206671522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837845095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122859191"/>
                    </a:ext>
                  </a:extLst>
                </a:gridCol>
                <a:gridCol w="853105">
                  <a:extLst>
                    <a:ext uri="{9D8B030D-6E8A-4147-A177-3AD203B41FA5}">
                      <a16:colId xmlns:a16="http://schemas.microsoft.com/office/drawing/2014/main" val="3359995384"/>
                    </a:ext>
                  </a:extLst>
                </a:gridCol>
              </a:tblGrid>
              <a:tr h="391569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base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tilt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blur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rotate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challenge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fn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db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weather</a:t>
                      </a:r>
                      <a:endParaRPr lang="it-IT" sz="1200" b="0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total</a:t>
                      </a:r>
                      <a:endParaRPr lang="it-IT" sz="1200" b="1" dirty="0">
                        <a:solidFill>
                          <a:schemeClr val="bg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87163413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samples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40000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30216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20611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10053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50003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20967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10132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9999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150K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073650378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avg loss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0.1096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0.0922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0.0552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0.1178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0.1206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0.1511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0.0080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0.1096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0.1115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52620408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acc/char</a:t>
                      </a:r>
                      <a:endParaRPr lang="it-IT" sz="120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99.45%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96.74%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97.44%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98.74%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97.11%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96.82%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96.02%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99.78%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97.76%</a:t>
                      </a:r>
                      <a:endParaRPr lang="it-IT" sz="1200" b="1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058710403"/>
                  </a:ext>
                </a:extLst>
              </a:tr>
              <a:tr h="704179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</a:t>
                      </a:r>
                      <a:r>
                        <a:rPr lang="it-IT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/</a:t>
                      </a:r>
                      <a:r>
                        <a:rPr lang="it-IT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plate</a:t>
                      </a:r>
                      <a:endParaRPr lang="it-IT" sz="1200" dirty="0"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99.07%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82.22%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85.83%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92.86%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85.94%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84.27%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80.04%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0" i="0" u="none" strike="noStrike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98.46%</a:t>
                      </a:r>
                      <a:endParaRPr lang="it-IT" sz="120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it-IT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89.59%</a:t>
                      </a:r>
                      <a:endParaRPr lang="it-IT" sz="1200" dirty="0">
                        <a:solidFill>
                          <a:schemeClr val="tx1"/>
                        </a:solidFill>
                        <a:effectLst/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826555383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F0ECD9FC-49EF-DE3B-A6F2-F2CA57F04B08}"/>
              </a:ext>
            </a:extLst>
          </p:cNvPr>
          <p:cNvSpPr txBox="1"/>
          <p:nvPr/>
        </p:nvSpPr>
        <p:spPr>
          <a:xfrm>
            <a:off x="8350180" y="4698475"/>
            <a:ext cx="6817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14/21</a:t>
            </a:r>
          </a:p>
        </p:txBody>
      </p:sp>
    </p:spTree>
    <p:extLst>
      <p:ext uri="{BB962C8B-B14F-4D97-AF65-F5344CB8AC3E}">
        <p14:creationId xmlns:p14="http://schemas.microsoft.com/office/powerpoint/2010/main" val="2299270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DE18478-5583-9476-178B-A94BADFC6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2000" dirty="0" err="1"/>
              <a:t>Accuracy</a:t>
            </a:r>
            <a:r>
              <a:rPr lang="it-IT" sz="2000" dirty="0"/>
              <a:t> for </a:t>
            </a:r>
            <a:r>
              <a:rPr lang="it-IT" sz="2000" dirty="0" err="1"/>
              <a:t>character</a:t>
            </a:r>
            <a:r>
              <a:rPr lang="it-IT" sz="2000" dirty="0"/>
              <a:t> position (</a:t>
            </a:r>
            <a:r>
              <a:rPr lang="it-IT" sz="2000" dirty="0" err="1"/>
              <a:t>ccpd-weather</a:t>
            </a:r>
            <a:r>
              <a:rPr lang="it-IT" sz="2000" dirty="0"/>
              <a:t>)</a:t>
            </a:r>
          </a:p>
        </p:txBody>
      </p:sp>
      <p:graphicFrame>
        <p:nvGraphicFramePr>
          <p:cNvPr id="6" name="Grafico 5">
            <a:extLst>
              <a:ext uri="{FF2B5EF4-FFF2-40B4-BE49-F238E27FC236}">
                <a16:creationId xmlns:a16="http://schemas.microsoft.com/office/drawing/2014/main" id="{88C21AB5-15B4-FC28-FE07-15E80987AB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5765628"/>
              </p:ext>
            </p:extLst>
          </p:nvPr>
        </p:nvGraphicFramePr>
        <p:xfrm>
          <a:off x="1267689" y="1054676"/>
          <a:ext cx="6717723" cy="3784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C8C94173-2D85-6480-0478-A180DDA44C76}"/>
              </a:ext>
            </a:extLst>
          </p:cNvPr>
          <p:cNvSpPr txBox="1"/>
          <p:nvPr/>
        </p:nvSpPr>
        <p:spPr>
          <a:xfrm>
            <a:off x="8289890" y="4698475"/>
            <a:ext cx="7420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15/21</a:t>
            </a:r>
          </a:p>
        </p:txBody>
      </p:sp>
    </p:spTree>
    <p:extLst>
      <p:ext uri="{BB962C8B-B14F-4D97-AF65-F5344CB8AC3E}">
        <p14:creationId xmlns:p14="http://schemas.microsoft.com/office/powerpoint/2010/main" val="1460930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>
          <a:extLst>
            <a:ext uri="{FF2B5EF4-FFF2-40B4-BE49-F238E27FC236}">
              <a16:creationId xmlns:a16="http://schemas.microsoft.com/office/drawing/2014/main" id="{6E5D256E-D33F-D890-6B3A-E9A90B461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>
            <a:extLst>
              <a:ext uri="{FF2B5EF4-FFF2-40B4-BE49-F238E27FC236}">
                <a16:creationId xmlns:a16="http://schemas.microsoft.com/office/drawing/2014/main" id="{43F4D970-FD7C-95AA-5E37-4DEA8378DF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rPr>
              <a:t>Most common letter and number confusions (1)</a:t>
            </a:r>
            <a:endParaRPr sz="20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graphicFrame>
        <p:nvGraphicFramePr>
          <p:cNvPr id="12" name="Grafico 11">
            <a:extLst>
              <a:ext uri="{FF2B5EF4-FFF2-40B4-BE49-F238E27FC236}">
                <a16:creationId xmlns:a16="http://schemas.microsoft.com/office/drawing/2014/main" id="{5EF5216F-26BA-967D-DF0E-8B0C661E88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9000446"/>
              </p:ext>
            </p:extLst>
          </p:nvPr>
        </p:nvGraphicFramePr>
        <p:xfrm>
          <a:off x="1695450" y="1017725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C4E3B3-2FCB-D22F-08E4-0AD144AFDA80}"/>
              </a:ext>
            </a:extLst>
          </p:cNvPr>
          <p:cNvSpPr txBox="1"/>
          <p:nvPr/>
        </p:nvSpPr>
        <p:spPr>
          <a:xfrm>
            <a:off x="8315011" y="4698475"/>
            <a:ext cx="7169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16/21</a:t>
            </a:r>
          </a:p>
        </p:txBody>
      </p:sp>
    </p:spTree>
    <p:extLst>
      <p:ext uri="{BB962C8B-B14F-4D97-AF65-F5344CB8AC3E}">
        <p14:creationId xmlns:p14="http://schemas.microsoft.com/office/powerpoint/2010/main" val="2340942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>
          <a:extLst>
            <a:ext uri="{FF2B5EF4-FFF2-40B4-BE49-F238E27FC236}">
              <a16:creationId xmlns:a16="http://schemas.microsoft.com/office/drawing/2014/main" id="{9D34C1BE-5AD3-5E83-AF6E-2D8392D3F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>
            <a:extLst>
              <a:ext uri="{FF2B5EF4-FFF2-40B4-BE49-F238E27FC236}">
                <a16:creationId xmlns:a16="http://schemas.microsoft.com/office/drawing/2014/main" id="{F495C3FD-1004-FA6B-BCBB-577D871D33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rPr>
              <a:t>Most common letter and number confusions (2)</a:t>
            </a:r>
            <a:endParaRPr sz="20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graphicFrame>
        <p:nvGraphicFramePr>
          <p:cNvPr id="12" name="Grafico 11">
            <a:extLst>
              <a:ext uri="{FF2B5EF4-FFF2-40B4-BE49-F238E27FC236}">
                <a16:creationId xmlns:a16="http://schemas.microsoft.com/office/drawing/2014/main" id="{0B759D83-6C4C-5108-1710-6F3DE767F8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8427501"/>
              </p:ext>
            </p:extLst>
          </p:nvPr>
        </p:nvGraphicFramePr>
        <p:xfrm>
          <a:off x="1695450" y="1017725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CasellaDiTesto 1">
            <a:extLst>
              <a:ext uri="{FF2B5EF4-FFF2-40B4-BE49-F238E27FC236}">
                <a16:creationId xmlns:a16="http://schemas.microsoft.com/office/drawing/2014/main" id="{C50A78BE-D3ED-89EB-1628-E14FBE9831B7}"/>
              </a:ext>
            </a:extLst>
          </p:cNvPr>
          <p:cNvSpPr txBox="1"/>
          <p:nvPr/>
        </p:nvSpPr>
        <p:spPr>
          <a:xfrm>
            <a:off x="8320035" y="4698475"/>
            <a:ext cx="71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17/21</a:t>
            </a:r>
          </a:p>
        </p:txBody>
      </p:sp>
    </p:spTree>
    <p:extLst>
      <p:ext uri="{BB962C8B-B14F-4D97-AF65-F5344CB8AC3E}">
        <p14:creationId xmlns:p14="http://schemas.microsoft.com/office/powerpoint/2010/main" val="2025094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869E2F-9E27-FBAB-6AE2-041C5908A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621455" y="465122"/>
            <a:ext cx="7704000" cy="572700"/>
          </a:xfrm>
        </p:spPr>
        <p:txBody>
          <a:bodyPr/>
          <a:lstStyle/>
          <a:p>
            <a:r>
              <a:rPr lang="it-IT" dirty="0"/>
              <a:t>Pipeline </a:t>
            </a:r>
            <a:r>
              <a:rPr lang="it-IT" dirty="0" err="1"/>
              <a:t>evaluation</a:t>
            </a:r>
            <a:endParaRPr lang="it-IT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5DF1303C-EF97-3041-2E08-5FF1DA4C62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739869"/>
              </p:ext>
            </p:extLst>
          </p:nvPr>
        </p:nvGraphicFramePr>
        <p:xfrm>
          <a:off x="1524000" y="2127389"/>
          <a:ext cx="6096000" cy="12598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8716306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04035128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134834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72380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Character</a:t>
                      </a:r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</a:t>
                      </a:r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Accuracy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Sequence</a:t>
                      </a:r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</a:t>
                      </a:r>
                      <a:r>
                        <a:rPr lang="it-IT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Accuracy</a:t>
                      </a:r>
                      <a:endParaRPr lang="it-IT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53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Yolov5+PDLPR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70.23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99.07%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23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ResNet18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59.06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99.07%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98.86%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174814"/>
                  </a:ext>
                </a:extLst>
              </a:tr>
            </a:tbl>
          </a:graphicData>
        </a:graphic>
      </p:graphicFrame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9648570-AE80-798C-1465-E9A485734A88}"/>
              </a:ext>
            </a:extLst>
          </p:cNvPr>
          <p:cNvSpPr txBox="1"/>
          <p:nvPr/>
        </p:nvSpPr>
        <p:spPr>
          <a:xfrm>
            <a:off x="8370277" y="4688426"/>
            <a:ext cx="711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18/21</a:t>
            </a:r>
          </a:p>
        </p:txBody>
      </p:sp>
    </p:spTree>
    <p:extLst>
      <p:ext uri="{BB962C8B-B14F-4D97-AF65-F5344CB8AC3E}">
        <p14:creationId xmlns:p14="http://schemas.microsoft.com/office/powerpoint/2010/main" val="1351762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>
          <a:extLst>
            <a:ext uri="{FF2B5EF4-FFF2-40B4-BE49-F238E27FC236}">
              <a16:creationId xmlns:a16="http://schemas.microsoft.com/office/drawing/2014/main" id="{7A16B54D-B5F2-58EF-1A36-CACD0414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>
            <a:extLst>
              <a:ext uri="{FF2B5EF4-FFF2-40B4-BE49-F238E27FC236}">
                <a16:creationId xmlns:a16="http://schemas.microsoft.com/office/drawing/2014/main" id="{14524B6A-D309-511B-5B14-FCE8ADFC32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rPr>
              <a:t>Conclusions</a:t>
            </a:r>
            <a:endParaRPr sz="32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4" name="Google Shape;1532;p39">
            <a:extLst>
              <a:ext uri="{FF2B5EF4-FFF2-40B4-BE49-F238E27FC236}">
                <a16:creationId xmlns:a16="http://schemas.microsoft.com/office/drawing/2014/main" id="{D6A2443F-C37D-9FA9-E2D3-6B23D2613D1A}"/>
              </a:ext>
            </a:extLst>
          </p:cNvPr>
          <p:cNvSpPr txBox="1">
            <a:spLocks/>
          </p:cNvSpPr>
          <p:nvPr/>
        </p:nvSpPr>
        <p:spPr>
          <a:xfrm>
            <a:off x="719999" y="1177071"/>
            <a:ext cx="7851245" cy="981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-US" dirty="0"/>
              <a:t>The specialized </a:t>
            </a:r>
            <a:r>
              <a:rPr lang="en-US" b="1" dirty="0"/>
              <a:t>YOLOv5 + PDLPR pipeline </a:t>
            </a:r>
            <a:r>
              <a:rPr lang="en-US" dirty="0"/>
              <a:t>delivers superior results, while </a:t>
            </a:r>
            <a:r>
              <a:rPr lang="en-US" b="1" dirty="0"/>
              <a:t>ResNet18</a:t>
            </a:r>
            <a:r>
              <a:rPr lang="en-US" dirty="0"/>
              <a:t>, a general-purpose model, achieves comparable performance with significantly faster training and easier management.</a:t>
            </a:r>
          </a:p>
          <a:p>
            <a:pPr marL="0" indent="0"/>
            <a:endParaRPr lang="en-US" dirty="0"/>
          </a:p>
          <a:p>
            <a:pPr marL="0" indent="0"/>
            <a:r>
              <a:rPr lang="en-US" dirty="0"/>
              <a:t>ResNet18 OCR and PDLPR show </a:t>
            </a:r>
            <a:r>
              <a:rPr lang="en-US" b="1" dirty="0"/>
              <a:t>comparable performance</a:t>
            </a:r>
            <a:r>
              <a:rPr lang="en-US" dirty="0"/>
              <a:t>, as ResNet18 demonstrates superior character recognition capabilities. However, ResNet18 falls slightly behind in bounding box detection, though it still delivers absolutely acceptable results that meet project requirements.</a:t>
            </a:r>
          </a:p>
          <a:p>
            <a:pPr marL="0" indent="0"/>
            <a:endParaRPr lang="en-US" dirty="0"/>
          </a:p>
          <a:p>
            <a:pPr marL="0" indent="0"/>
            <a:r>
              <a:rPr lang="en-US" dirty="0"/>
              <a:t>Both approaches effectively deliver the desired outcomes while offering distinct advantages in specialization versus versatility.</a:t>
            </a:r>
          </a:p>
          <a:p>
            <a:pPr marL="0" indent="0"/>
            <a:br>
              <a:rPr lang="en-US" dirty="0"/>
            </a:br>
            <a:endParaRPr lang="en-US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E05A14-0F41-81C1-6A54-5D81E742C40D}"/>
              </a:ext>
            </a:extLst>
          </p:cNvPr>
          <p:cNvSpPr txBox="1"/>
          <p:nvPr/>
        </p:nvSpPr>
        <p:spPr>
          <a:xfrm>
            <a:off x="8335108" y="4698475"/>
            <a:ext cx="696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19/21</a:t>
            </a:r>
          </a:p>
        </p:txBody>
      </p:sp>
    </p:spTree>
    <p:extLst>
      <p:ext uri="{BB962C8B-B14F-4D97-AF65-F5344CB8AC3E}">
        <p14:creationId xmlns:p14="http://schemas.microsoft.com/office/powerpoint/2010/main" val="636501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>
          <a:extLst>
            <a:ext uri="{FF2B5EF4-FFF2-40B4-BE49-F238E27FC236}">
              <a16:creationId xmlns:a16="http://schemas.microsoft.com/office/drawing/2014/main" id="{7BB70CBF-8C65-898F-A97B-E61A90F0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>
            <a:extLst>
              <a:ext uri="{FF2B5EF4-FFF2-40B4-BE49-F238E27FC236}">
                <a16:creationId xmlns:a16="http://schemas.microsoft.com/office/drawing/2014/main" id="{336BF431-9AE9-F359-B159-582676842A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Future works</a:t>
            </a:r>
            <a:endParaRPr sz="32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4" name="Google Shape;1532;p39">
            <a:extLst>
              <a:ext uri="{FF2B5EF4-FFF2-40B4-BE49-F238E27FC236}">
                <a16:creationId xmlns:a16="http://schemas.microsoft.com/office/drawing/2014/main" id="{8100DE81-D599-4FB3-9B93-45240D4C7DA5}"/>
              </a:ext>
            </a:extLst>
          </p:cNvPr>
          <p:cNvSpPr txBox="1">
            <a:spLocks/>
          </p:cNvSpPr>
          <p:nvPr/>
        </p:nvSpPr>
        <p:spPr>
          <a:xfrm>
            <a:off x="418663" y="1589973"/>
            <a:ext cx="7851245" cy="981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endParaRPr lang="en-US" dirty="0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19EC34C5-87AF-7429-499A-51573A7D0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01" y="1335113"/>
            <a:ext cx="7338150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It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would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be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interesting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to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evaluate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the model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proposed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in the paper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using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YOLOv11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, the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latest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version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of the YOLO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architecture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, to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potentially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improve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detection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it-IT" altLang="it-IT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Testing the model on </a:t>
            </a:r>
            <a:r>
              <a:rPr kumimoji="0" lang="it-IT" altLang="it-IT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additional</a:t>
            </a:r>
            <a:r>
              <a:rPr kumimoji="0" lang="it-IT" altLang="it-IT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datasets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would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help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assess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its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flexibility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kumimoji="0" lang="it-IT" altLang="it-IT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generalization</a:t>
            </a:r>
            <a:r>
              <a:rPr kumimoji="0" lang="it-IT" altLang="it-IT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capabilities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,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especially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for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different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types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of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license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plates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across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various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kumimoji="0" lang="it-IT" altLang="it-IT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regions</a:t>
            </a:r>
            <a:r>
              <a:rPr kumimoji="0" lang="it-IT" altLang="it-IT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 or formats.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E157533-0082-5102-AB0D-EA055D3BC11D}"/>
              </a:ext>
            </a:extLst>
          </p:cNvPr>
          <p:cNvSpPr txBox="1"/>
          <p:nvPr/>
        </p:nvSpPr>
        <p:spPr>
          <a:xfrm>
            <a:off x="8269909" y="4698475"/>
            <a:ext cx="762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20/21</a:t>
            </a:r>
          </a:p>
        </p:txBody>
      </p:sp>
    </p:spTree>
    <p:extLst>
      <p:ext uri="{BB962C8B-B14F-4D97-AF65-F5344CB8AC3E}">
        <p14:creationId xmlns:p14="http://schemas.microsoft.com/office/powerpoint/2010/main" val="9876484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>
          <a:extLst>
            <a:ext uri="{FF2B5EF4-FFF2-40B4-BE49-F238E27FC236}">
              <a16:creationId xmlns:a16="http://schemas.microsoft.com/office/drawing/2014/main" id="{5BE0FC51-4D57-4CD5-6F84-FDCE350F3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37">
            <a:extLst>
              <a:ext uri="{FF2B5EF4-FFF2-40B4-BE49-F238E27FC236}">
                <a16:creationId xmlns:a16="http://schemas.microsoft.com/office/drawing/2014/main" id="{72E86E58-83BA-6A22-0004-9CB16BD776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rPr>
              <a:t>Reference</a:t>
            </a:r>
            <a:endParaRPr sz="3200" dirty="0">
              <a:solidFill>
                <a:schemeClr val="dk2"/>
              </a:solidFill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1467" name="Google Shape;1467;p37">
            <a:extLst>
              <a:ext uri="{FF2B5EF4-FFF2-40B4-BE49-F238E27FC236}">
                <a16:creationId xmlns:a16="http://schemas.microsoft.com/office/drawing/2014/main" id="{53B40D23-C1DE-EF0F-F6EA-0286FB8B805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321547" y="1762230"/>
            <a:ext cx="8254721" cy="33812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fontAlgn="base"/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1. Tao, L., A Real-Time License Plate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Detection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Recognition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Model in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Unconstrained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Scenarios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.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Sensors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 Hong, S.,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Lin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Y., Chen, Y., He, P. and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Tie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Z. (2024). 24(9), 2791</a:t>
            </a:r>
          </a:p>
          <a:p>
            <a:pPr fontAlgn="base"/>
            <a:endParaRPr lang="it-IT" sz="1200" b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fontAlgn="base"/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2.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Xu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Z.; Yang, W.;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Meng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A.; Lu, N.; Huang, H.; Ying, C.; Huang, L.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Towards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end-to-end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license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plate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detection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recognition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: A large dataset and baseline. In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Proceedings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of the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European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Conference on Computer Vision (ECCV),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Munich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Germany, 8–14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September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2018.</a:t>
            </a:r>
          </a:p>
          <a:p>
            <a:pPr fontAlgn="base"/>
            <a:endParaRPr lang="it-IT" sz="1200" b="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fontAlgn="base"/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3. R. K.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Prajapati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Y.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Bhardwaj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R. K. Jain and D. Kamal Kant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Hiran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”A Review Paper on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Automatic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Number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Plate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Recognition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using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Machine Learning : An In-Depth Analysis of Machine Learning Techniques in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Automatic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Number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Plate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Recognition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: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Opportunities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Limitations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,” 2023 International Conference on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Computational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Intelligence,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Communication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 Technology and Networking (CICTN), </a:t>
            </a:r>
            <a:r>
              <a:rPr lang="it-IT" sz="1200" b="0" dirty="0" err="1">
                <a:latin typeface="Poppins" panose="00000500000000000000" pitchFamily="2" charset="0"/>
                <a:cs typeface="Poppins" panose="00000500000000000000" pitchFamily="2" charset="0"/>
              </a:rPr>
              <a:t>Ghaziabad</a:t>
            </a:r>
            <a:r>
              <a:rPr lang="it-IT" sz="1200" b="0" dirty="0">
                <a:latin typeface="Poppins" panose="00000500000000000000" pitchFamily="2" charset="0"/>
                <a:cs typeface="Poppins" panose="00000500000000000000" pitchFamily="2" charset="0"/>
              </a:rPr>
              <a:t>, India, 2023, pp. 527-532</a:t>
            </a:r>
          </a:p>
          <a:p>
            <a:br>
              <a:rPr lang="it-IT" dirty="0"/>
            </a:b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D544771-3BBF-E7A4-D396-3B8736D84E06}"/>
              </a:ext>
            </a:extLst>
          </p:cNvPr>
          <p:cNvSpPr txBox="1"/>
          <p:nvPr/>
        </p:nvSpPr>
        <p:spPr>
          <a:xfrm>
            <a:off x="8325059" y="4698475"/>
            <a:ext cx="7068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Poppins" panose="00000500000000000000" pitchFamily="2" charset="0"/>
                <a:cs typeface="Poppins" panose="00000500000000000000" pitchFamily="2" charset="0"/>
              </a:rPr>
              <a:t>21/21</a:t>
            </a:r>
          </a:p>
        </p:txBody>
      </p:sp>
    </p:spTree>
    <p:extLst>
      <p:ext uri="{BB962C8B-B14F-4D97-AF65-F5344CB8AC3E}">
        <p14:creationId xmlns:p14="http://schemas.microsoft.com/office/powerpoint/2010/main" val="2573458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>
          <a:extLst>
            <a:ext uri="{FF2B5EF4-FFF2-40B4-BE49-F238E27FC236}">
              <a16:creationId xmlns:a16="http://schemas.microsoft.com/office/drawing/2014/main" id="{705C4392-7FB2-9875-D1BE-91C2D113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p35">
            <a:extLst>
              <a:ext uri="{FF2B5EF4-FFF2-40B4-BE49-F238E27FC236}">
                <a16:creationId xmlns:a16="http://schemas.microsoft.com/office/drawing/2014/main" id="{4F92FBB0-D0BE-CF50-41AA-801C004E6DB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6850" y="816324"/>
            <a:ext cx="6974700" cy="232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sz="3200" dirty="0">
                <a:solidFill>
                  <a:schemeClr val="dk2"/>
                </a:solidFill>
              </a:rPr>
              <a:t>Tha</a:t>
            </a:r>
            <a:r>
              <a:rPr lang="it-IT" sz="3200" dirty="0"/>
              <a:t>nks for </a:t>
            </a:r>
            <a:r>
              <a:rPr lang="it-IT" sz="3200" dirty="0" err="1"/>
              <a:t>your</a:t>
            </a:r>
            <a:r>
              <a:rPr lang="it-IT" sz="3200" dirty="0"/>
              <a:t> </a:t>
            </a:r>
            <a:r>
              <a:rPr lang="it-IT" sz="3200" dirty="0" err="1"/>
              <a:t>attention</a:t>
            </a:r>
            <a:endParaRPr sz="3200" dirty="0">
              <a:solidFill>
                <a:schemeClr val="dk1"/>
              </a:solidFill>
            </a:endParaRPr>
          </a:p>
        </p:txBody>
      </p:sp>
      <p:grpSp>
        <p:nvGrpSpPr>
          <p:cNvPr id="1432" name="Google Shape;1432;p35">
            <a:extLst>
              <a:ext uri="{FF2B5EF4-FFF2-40B4-BE49-F238E27FC236}">
                <a16:creationId xmlns:a16="http://schemas.microsoft.com/office/drawing/2014/main" id="{1BBF908E-D2FC-8AC6-BA70-B4EC8AC23A63}"/>
              </a:ext>
            </a:extLst>
          </p:cNvPr>
          <p:cNvGrpSpPr/>
          <p:nvPr/>
        </p:nvGrpSpPr>
        <p:grpSpPr>
          <a:xfrm>
            <a:off x="1096850" y="3242811"/>
            <a:ext cx="3936683" cy="134070"/>
            <a:chOff x="1096850" y="3242811"/>
            <a:chExt cx="3936683" cy="134070"/>
          </a:xfrm>
        </p:grpSpPr>
        <p:cxnSp>
          <p:nvCxnSpPr>
            <p:cNvPr id="1433" name="Google Shape;1433;p35">
              <a:extLst>
                <a:ext uri="{FF2B5EF4-FFF2-40B4-BE49-F238E27FC236}">
                  <a16:creationId xmlns:a16="http://schemas.microsoft.com/office/drawing/2014/main" id="{DE43356A-8136-C6DE-E0C2-5A0EB970F820}"/>
                </a:ext>
              </a:extLst>
            </p:cNvPr>
            <p:cNvCxnSpPr/>
            <p:nvPr/>
          </p:nvCxnSpPr>
          <p:spPr>
            <a:xfrm>
              <a:off x="1096850" y="3309850"/>
              <a:ext cx="38406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4" name="Google Shape;1434;p35">
              <a:extLst>
                <a:ext uri="{FF2B5EF4-FFF2-40B4-BE49-F238E27FC236}">
                  <a16:creationId xmlns:a16="http://schemas.microsoft.com/office/drawing/2014/main" id="{EEC7408D-73A1-2BE1-0A4A-3F53D3021640}"/>
                </a:ext>
              </a:extLst>
            </p:cNvPr>
            <p:cNvGrpSpPr/>
            <p:nvPr/>
          </p:nvGrpSpPr>
          <p:grpSpPr>
            <a:xfrm>
              <a:off x="4899464" y="3242811"/>
              <a:ext cx="134070" cy="134070"/>
              <a:chOff x="8382514" y="1084976"/>
              <a:chExt cx="265800" cy="265800"/>
            </a:xfrm>
          </p:grpSpPr>
          <p:sp>
            <p:nvSpPr>
              <p:cNvPr id="1435" name="Google Shape;1435;p35">
                <a:extLst>
                  <a:ext uri="{FF2B5EF4-FFF2-40B4-BE49-F238E27FC236}">
                    <a16:creationId xmlns:a16="http://schemas.microsoft.com/office/drawing/2014/main" id="{00ED74EE-284A-B5F8-F155-8534143FB006}"/>
                  </a:ext>
                </a:extLst>
              </p:cNvPr>
              <p:cNvSpPr/>
              <p:nvPr/>
            </p:nvSpPr>
            <p:spPr>
              <a:xfrm>
                <a:off x="8442213" y="1144734"/>
                <a:ext cx="146400" cy="14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35">
                <a:extLst>
                  <a:ext uri="{FF2B5EF4-FFF2-40B4-BE49-F238E27FC236}">
                    <a16:creationId xmlns:a16="http://schemas.microsoft.com/office/drawing/2014/main" id="{2444FFA2-1F6C-BB0C-0BE2-E562C5B8197B}"/>
                  </a:ext>
                </a:extLst>
              </p:cNvPr>
              <p:cNvSpPr/>
              <p:nvPr/>
            </p:nvSpPr>
            <p:spPr>
              <a:xfrm>
                <a:off x="8382514" y="1084976"/>
                <a:ext cx="265800" cy="2658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37" name="Google Shape;1437;p35">
            <a:extLst>
              <a:ext uri="{FF2B5EF4-FFF2-40B4-BE49-F238E27FC236}">
                <a16:creationId xmlns:a16="http://schemas.microsoft.com/office/drawing/2014/main" id="{0B086D2C-E283-0B87-5DA9-9E750AF06AD6}"/>
              </a:ext>
            </a:extLst>
          </p:cNvPr>
          <p:cNvGrpSpPr/>
          <p:nvPr/>
        </p:nvGrpSpPr>
        <p:grpSpPr>
          <a:xfrm>
            <a:off x="8017432" y="-313900"/>
            <a:ext cx="134070" cy="1891362"/>
            <a:chOff x="8017432" y="-313900"/>
            <a:chExt cx="134070" cy="1891362"/>
          </a:xfrm>
        </p:grpSpPr>
        <p:sp>
          <p:nvSpPr>
            <p:cNvPr id="1438" name="Google Shape;1438;p35">
              <a:extLst>
                <a:ext uri="{FF2B5EF4-FFF2-40B4-BE49-F238E27FC236}">
                  <a16:creationId xmlns:a16="http://schemas.microsoft.com/office/drawing/2014/main" id="{E55ED017-8C24-7100-21CC-98E0063F456B}"/>
                </a:ext>
              </a:extLst>
            </p:cNvPr>
            <p:cNvSpPr/>
            <p:nvPr/>
          </p:nvSpPr>
          <p:spPr>
            <a:xfrm rot="5400000">
              <a:off x="8017432" y="1443393"/>
              <a:ext cx="134070" cy="13407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39" name="Google Shape;1439;p35">
              <a:extLst>
                <a:ext uri="{FF2B5EF4-FFF2-40B4-BE49-F238E27FC236}">
                  <a16:creationId xmlns:a16="http://schemas.microsoft.com/office/drawing/2014/main" id="{62966DCE-BB21-0201-2F1C-467882196E67}"/>
                </a:ext>
              </a:extLst>
            </p:cNvPr>
            <p:cNvCxnSpPr/>
            <p:nvPr/>
          </p:nvCxnSpPr>
          <p:spPr>
            <a:xfrm>
              <a:off x="8084450" y="-313900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0" name="Google Shape;1440;p35">
              <a:extLst>
                <a:ext uri="{FF2B5EF4-FFF2-40B4-BE49-F238E27FC236}">
                  <a16:creationId xmlns:a16="http://schemas.microsoft.com/office/drawing/2014/main" id="{4CC2D224-E451-8582-0B87-21C022F34D7B}"/>
                </a:ext>
              </a:extLst>
            </p:cNvPr>
            <p:cNvSpPr/>
            <p:nvPr/>
          </p:nvSpPr>
          <p:spPr>
            <a:xfrm rot="5400000">
              <a:off x="8047515" y="1473505"/>
              <a:ext cx="73844" cy="73844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35">
            <a:extLst>
              <a:ext uri="{FF2B5EF4-FFF2-40B4-BE49-F238E27FC236}">
                <a16:creationId xmlns:a16="http://schemas.microsoft.com/office/drawing/2014/main" id="{99B3E1AC-C377-A611-0335-E1BCDDB34680}"/>
              </a:ext>
            </a:extLst>
          </p:cNvPr>
          <p:cNvGrpSpPr/>
          <p:nvPr/>
        </p:nvGrpSpPr>
        <p:grpSpPr>
          <a:xfrm>
            <a:off x="6309526" y="957475"/>
            <a:ext cx="3504715" cy="5119205"/>
            <a:chOff x="6309526" y="836950"/>
            <a:chExt cx="3504715" cy="5119205"/>
          </a:xfrm>
        </p:grpSpPr>
        <p:sp>
          <p:nvSpPr>
            <p:cNvPr id="1442" name="Google Shape;1442;p35">
              <a:extLst>
                <a:ext uri="{FF2B5EF4-FFF2-40B4-BE49-F238E27FC236}">
                  <a16:creationId xmlns:a16="http://schemas.microsoft.com/office/drawing/2014/main" id="{DD18E169-C5FE-7D76-A9C6-58ED3D5F5A0A}"/>
                </a:ext>
              </a:extLst>
            </p:cNvPr>
            <p:cNvSpPr/>
            <p:nvPr/>
          </p:nvSpPr>
          <p:spPr>
            <a:xfrm>
              <a:off x="6309526" y="836950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3" name="Google Shape;1443;p35">
              <a:extLst>
                <a:ext uri="{FF2B5EF4-FFF2-40B4-BE49-F238E27FC236}">
                  <a16:creationId xmlns:a16="http://schemas.microsoft.com/office/drawing/2014/main" id="{F906A2B0-404D-8A61-358E-459187A161C2}"/>
                </a:ext>
              </a:extLst>
            </p:cNvPr>
            <p:cNvGrpSpPr/>
            <p:nvPr/>
          </p:nvGrpSpPr>
          <p:grpSpPr>
            <a:xfrm>
              <a:off x="7728436" y="3524084"/>
              <a:ext cx="134004" cy="134004"/>
              <a:chOff x="8356813" y="1074288"/>
              <a:chExt cx="351900" cy="351900"/>
            </a:xfrm>
          </p:grpSpPr>
          <p:sp>
            <p:nvSpPr>
              <p:cNvPr id="1444" name="Google Shape;1444;p35">
                <a:extLst>
                  <a:ext uri="{FF2B5EF4-FFF2-40B4-BE49-F238E27FC236}">
                    <a16:creationId xmlns:a16="http://schemas.microsoft.com/office/drawing/2014/main" id="{5C5F24EB-9204-478B-B305-B0FD413EA5AA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35">
                <a:extLst>
                  <a:ext uri="{FF2B5EF4-FFF2-40B4-BE49-F238E27FC236}">
                    <a16:creationId xmlns:a16="http://schemas.microsoft.com/office/drawing/2014/main" id="{4B1A7FEA-63B9-272E-DD46-B46F3B1622CF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35">
              <a:extLst>
                <a:ext uri="{FF2B5EF4-FFF2-40B4-BE49-F238E27FC236}">
                  <a16:creationId xmlns:a16="http://schemas.microsoft.com/office/drawing/2014/main" id="{F31427F8-C4A0-E6EA-597D-16E439E7B4E7}"/>
                </a:ext>
              </a:extLst>
            </p:cNvPr>
            <p:cNvGrpSpPr/>
            <p:nvPr/>
          </p:nvGrpSpPr>
          <p:grpSpPr>
            <a:xfrm>
              <a:off x="7344361" y="3150259"/>
              <a:ext cx="134004" cy="134004"/>
              <a:chOff x="8356813" y="1074288"/>
              <a:chExt cx="351900" cy="351900"/>
            </a:xfrm>
          </p:grpSpPr>
          <p:sp>
            <p:nvSpPr>
              <p:cNvPr id="1447" name="Google Shape;1447;p35">
                <a:extLst>
                  <a:ext uri="{FF2B5EF4-FFF2-40B4-BE49-F238E27FC236}">
                    <a16:creationId xmlns:a16="http://schemas.microsoft.com/office/drawing/2014/main" id="{79EEB198-390C-4637-6BB2-BAB0FD4A11B3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35">
                <a:extLst>
                  <a:ext uri="{FF2B5EF4-FFF2-40B4-BE49-F238E27FC236}">
                    <a16:creationId xmlns:a16="http://schemas.microsoft.com/office/drawing/2014/main" id="{D600E613-CD44-75D1-F44D-044E7EE965B2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9" name="Google Shape;1449;p35">
              <a:extLst>
                <a:ext uri="{FF2B5EF4-FFF2-40B4-BE49-F238E27FC236}">
                  <a16:creationId xmlns:a16="http://schemas.microsoft.com/office/drawing/2014/main" id="{A4B316F6-E9AF-79F5-2C12-5FC98F82453E}"/>
                </a:ext>
              </a:extLst>
            </p:cNvPr>
            <p:cNvGrpSpPr/>
            <p:nvPr/>
          </p:nvGrpSpPr>
          <p:grpSpPr>
            <a:xfrm>
              <a:off x="8337811" y="2464059"/>
              <a:ext cx="134004" cy="134004"/>
              <a:chOff x="8356813" y="1074288"/>
              <a:chExt cx="351900" cy="351900"/>
            </a:xfrm>
          </p:grpSpPr>
          <p:sp>
            <p:nvSpPr>
              <p:cNvPr id="1450" name="Google Shape;1450;p35">
                <a:extLst>
                  <a:ext uri="{FF2B5EF4-FFF2-40B4-BE49-F238E27FC236}">
                    <a16:creationId xmlns:a16="http://schemas.microsoft.com/office/drawing/2014/main" id="{057C85E6-074D-5DB8-97ED-5313158ACBC7}"/>
                  </a:ext>
                </a:extLst>
              </p:cNvPr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35">
                <a:extLst>
                  <a:ext uri="{FF2B5EF4-FFF2-40B4-BE49-F238E27FC236}">
                    <a16:creationId xmlns:a16="http://schemas.microsoft.com/office/drawing/2014/main" id="{1F795FA9-E311-1FD8-6B3A-594B25825582}"/>
                  </a:ext>
                </a:extLst>
              </p:cNvPr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52" name="Google Shape;1452;p35">
              <a:extLst>
                <a:ext uri="{FF2B5EF4-FFF2-40B4-BE49-F238E27FC236}">
                  <a16:creationId xmlns:a16="http://schemas.microsoft.com/office/drawing/2014/main" id="{28885C34-2641-19E3-B551-C6B31E7B20DE}"/>
                </a:ext>
              </a:extLst>
            </p:cNvPr>
            <p:cNvSpPr/>
            <p:nvPr/>
          </p:nvSpPr>
          <p:spPr>
            <a:xfrm rot="5400000">
              <a:off x="7687039" y="1023058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619967185"/>
      </p:ext>
    </p:extLst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smtClean="0">
            <a:latin typeface="Poppins" panose="00000500000000000000" pitchFamily="2" charset="0"/>
            <a:cs typeface="Poppins" panose="00000500000000000000" pitchFamily="2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1038</Words>
  <Application>Microsoft Office PowerPoint</Application>
  <PresentationFormat>Presentazione su schermo (16:9)</PresentationFormat>
  <Paragraphs>341</Paragraphs>
  <Slides>22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IBM Plex Mono</vt:lpstr>
      <vt:lpstr>Poppins</vt:lpstr>
      <vt:lpstr>Source Code Pro</vt:lpstr>
      <vt:lpstr>Cambria Math</vt:lpstr>
      <vt:lpstr>Open Sans</vt:lpstr>
      <vt:lpstr>Arial</vt:lpstr>
      <vt:lpstr>Introduction to Coding Workshop by Slidesgo</vt:lpstr>
      <vt:lpstr>Car Plate Recognition and Reconstruction with Deep Learning</vt:lpstr>
      <vt:lpstr>Outline</vt:lpstr>
      <vt:lpstr>Introduction</vt:lpstr>
      <vt:lpstr>Yolov5-PDLPR Architecture Overview</vt:lpstr>
      <vt:lpstr>How PDLPR works </vt:lpstr>
      <vt:lpstr>ResNet18 Architecture Overview</vt:lpstr>
      <vt:lpstr>Linear layer OCR/BB</vt:lpstr>
      <vt:lpstr>CCPD (Chinese City Parking Dataset)</vt:lpstr>
      <vt:lpstr>Examples of possible car plates</vt:lpstr>
      <vt:lpstr>The Experimental setup (1)</vt:lpstr>
      <vt:lpstr>The Experimental setup (2)</vt:lpstr>
      <vt:lpstr>Yolov5 and RN18 BB results</vt:lpstr>
      <vt:lpstr>RN18 OCR results</vt:lpstr>
      <vt:lpstr>PDLPR results</vt:lpstr>
      <vt:lpstr>Accuracy for character position (ccpd-weather)</vt:lpstr>
      <vt:lpstr>Most common letter and number confusions (1)</vt:lpstr>
      <vt:lpstr>Most common letter and number confusions (2)</vt:lpstr>
      <vt:lpstr>Pipeline evaluation</vt:lpstr>
      <vt:lpstr>Conclusions</vt:lpstr>
      <vt:lpstr>Future works</vt:lpstr>
      <vt:lpstr>Reference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Federica S</dc:creator>
  <cp:lastModifiedBy>Federica Sardo</cp:lastModifiedBy>
  <cp:revision>19</cp:revision>
  <dcterms:modified xsi:type="dcterms:W3CDTF">2025-07-22T17:20:08Z</dcterms:modified>
</cp:coreProperties>
</file>